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Lst>
  <p:notesMasterIdLst>
    <p:notesMasterId r:id="rId9"/>
  </p:notesMasterIdLst>
  <p:sldIdLst>
    <p:sldId id="256" r:id="rId3"/>
    <p:sldId id="257" r:id="rId4"/>
    <p:sldId id="258" r:id="rId5"/>
    <p:sldId id="259" r:id="rId6"/>
    <p:sldId id="260" r:id="rId7"/>
    <p:sldId id="214748360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DA1207-AEE2-46D5-C5E7-906726709FB1}" v="13" dt="2026-10-22T14:20:55.9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introduce the POC in one minute.
Business problem: appeals teams are measured on turnaround (SLA) and compliance. Today every ad-hoc question needs an analyst, a SQL query, a chart and a written explanation, so answers are slow and dashboards only cover questions somebody anticipated.
What DataTalk.AI does: a user types (or speaks) a question; the app drafts a read-only database query, runs it on live Databricks data, and returns a direct finding, charts, an evidence-linked insight panel, recommended actions and the exact SQL.
Design principle: the AI is used to understand the question and word the answer; code computes and verifies every number.
The card on the right is an illustrative layout of an answer. It contains no real data. The sample question is one of the built-in example questions in the app.
[Sources] README.md (Business problem, Key capabilities); dashboards/ai_assistant.py; core/example_questions.py.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what is implemented today and how it is used.
Walk the six cards left to right. Key message: every answer arrives as a pack: finding, charts, insight panel, actions, result table and the exact SQL, so a reader can check where a number came from.
Governed SQL: the AI only drafts a single read-only SELECT on one approved table; code validates it before it runs. Verified insights: AI sentences containing numbers that cannot be traced to the query result are removed.
Outlook drafts open a compose window pre-filled with the action; the app never sends e-mail.
Quick actions and the four dashboards are deterministic (pandas) and do not call the AI.
The right-hand panel lists the built-in example questions from the app and the quick-action buttons. Answer quality on other questions has not been benchmarked yet (see slide 5).
[Sources] README.md (Key capabilities); core/example_questions.py; dashboards/ai_assistant.py; components/outlook_mail.py; components/insight_panel.py.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Only steps 3 and 4 use the AI model (purple); everything else is code. Step 2 sends recognised quick actions such as 'forecast' or 'overdue appeals' straight to deterministic analytics, so they make no AI call. In step 4 the generated query must pass a read-only safety check limited to the approved table and columns; if it is rejected, the AI gets exactly one repair attempt. In step 5 the numbers, charts and evidence are computed by code; AI may reword the narrative, but any sentence with a number that is not in the evidence is removed. A typical single question uses 2 to 4 AI calls; a previously answered question is reused without any AI call.
[Sources] DataTalk.AI repository: app.py, agents/, core/, components/, dashboards/, docs/*.svg, README.md.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the building blocks simply and where each integration sits.
Read the stack top to bottom. The Streamlit app is the only user-facing layer. The Supervisor Agent routes each question without calling the AI. The Analytics Reasoning Agent orchestrates the AI agents and the deterministic services.
Colour code (same as the repository diagrams): purple = AI step, blue = deterministic code, green = data.
Division of labour: AI agents understand the question, draft SQL and propose wording. Code validates SQL, computes every statistic, chooses and reconciles charts, and removes any AI sentence with an untraceable number or a causal claim.
Integrations: Databricks (data), Groq (hosted language model, model name is a setting), Outlook (compose link only).
Privacy point for technical leads: row-level data is not sent to the AI, but the question text, schema, metric definitions, category values and aggregated evidence values are. A PHI/PII review is recommended before use with real data (README, Security).
Full diagram: docs/datatalk_dataflow_diagram.svg.
[Sources] README.md (Architecture, Safety, Data sent to the LLM); core/llm.py; core/settings.py; components/outlook_mail.py; docs/datatalk_dataflow_diagram.svg.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Walk-In Logo White">
    <p:bg>
      <p:bgPr>
        <a:solidFill>
          <a:schemeClr val="accent6">
            <a:hueOff val="-11657143"/>
            <a:satOff val="-72413"/>
            <a:lumOff val="5686"/>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58AC6F-DB79-F795-7935-34DCB0F1BE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3" name="Graphic 1">
            <a:extLst>
              <a:ext uri="{FF2B5EF4-FFF2-40B4-BE49-F238E27FC236}">
                <a16:creationId xmlns:a16="http://schemas.microsoft.com/office/drawing/2014/main" id="{031583AF-82FC-E31F-1888-90DFB16959AB}"/>
              </a:ext>
            </a:extLst>
          </p:cNvPr>
          <p:cNvGrpSpPr/>
          <p:nvPr userDrawn="1"/>
        </p:nvGrpSpPr>
        <p:grpSpPr>
          <a:xfrm>
            <a:off x="4130422" y="2283116"/>
            <a:ext cx="3931156" cy="2291769"/>
            <a:chOff x="-76" y="2251484"/>
            <a:chExt cx="3931156" cy="2291769"/>
          </a:xfrm>
          <a:solidFill>
            <a:schemeClr val="bg1"/>
          </a:solidFill>
        </p:grpSpPr>
        <p:sp>
          <p:nvSpPr>
            <p:cNvPr id="4" name="Freeform 3">
              <a:extLst>
                <a:ext uri="{FF2B5EF4-FFF2-40B4-BE49-F238E27FC236}">
                  <a16:creationId xmlns:a16="http://schemas.microsoft.com/office/drawing/2014/main" id="{EDCDACD6-9F92-753C-77F0-C5A0F16B7479}"/>
                </a:ext>
              </a:extLst>
            </p:cNvPr>
            <p:cNvSpPr/>
            <p:nvPr/>
          </p:nvSpPr>
          <p:spPr>
            <a:xfrm>
              <a:off x="-76" y="3732705"/>
              <a:ext cx="3931156" cy="810548"/>
            </a:xfrm>
            <a:custGeom>
              <a:avLst/>
              <a:gdLst>
                <a:gd name="csX0" fmla="*/ 443734 w 3931156"/>
                <a:gd name="csY0" fmla="*/ 330539 h 810548"/>
                <a:gd name="csX1" fmla="*/ 443734 w 3931156"/>
                <a:gd name="csY1" fmla="*/ 541686 h 810548"/>
                <a:gd name="csX2" fmla="*/ 367692 w 3931156"/>
                <a:gd name="csY2" fmla="*/ 602067 h 810548"/>
                <a:gd name="csX3" fmla="*/ 239580 w 3931156"/>
                <a:gd name="csY3" fmla="*/ 626738 h 810548"/>
                <a:gd name="csX4" fmla="*/ 67186 w 3931156"/>
                <a:gd name="csY4" fmla="*/ 560645 h 810548"/>
                <a:gd name="csX5" fmla="*/ 0 w 3931156"/>
                <a:gd name="csY5" fmla="*/ 389170 h 810548"/>
                <a:gd name="csX6" fmla="*/ 0 w 3931156"/>
                <a:gd name="csY6" fmla="*/ 270157 h 810548"/>
                <a:gd name="csX7" fmla="*/ 62758 w 3931156"/>
                <a:gd name="csY7" fmla="*/ 98682 h 810548"/>
                <a:gd name="csX8" fmla="*/ 225379 w 3931156"/>
                <a:gd name="csY8" fmla="*/ 32589 h 810548"/>
                <a:gd name="csX9" fmla="*/ 382274 w 3931156"/>
                <a:gd name="csY9" fmla="*/ 80636 h 810548"/>
                <a:gd name="csX10" fmla="*/ 441062 w 3931156"/>
                <a:gd name="csY10" fmla="*/ 207567 h 810548"/>
                <a:gd name="csX11" fmla="*/ 440146 w 3931156"/>
                <a:gd name="csY11" fmla="*/ 209776 h 810548"/>
                <a:gd name="csX12" fmla="*/ 365478 w 3931156"/>
                <a:gd name="csY12" fmla="*/ 209776 h 810548"/>
                <a:gd name="csX13" fmla="*/ 325700 w 3931156"/>
                <a:gd name="csY13" fmla="*/ 126018 h 810548"/>
                <a:gd name="csX14" fmla="*/ 224921 w 3931156"/>
                <a:gd name="csY14" fmla="*/ 94266 h 810548"/>
                <a:gd name="csX15" fmla="*/ 119332 w 3931156"/>
                <a:gd name="csY15" fmla="*/ 143607 h 810548"/>
                <a:gd name="csX16" fmla="*/ 78715 w 3931156"/>
                <a:gd name="csY16" fmla="*/ 269701 h 810548"/>
                <a:gd name="csX17" fmla="*/ 78715 w 3931156"/>
                <a:gd name="csY17" fmla="*/ 389551 h 810548"/>
                <a:gd name="csX18" fmla="*/ 123760 w 3931156"/>
                <a:gd name="csY18" fmla="*/ 516482 h 810548"/>
                <a:gd name="csX19" fmla="*/ 239580 w 3931156"/>
                <a:gd name="csY19" fmla="*/ 565823 h 810548"/>
                <a:gd name="csX20" fmla="*/ 318218 w 3931156"/>
                <a:gd name="csY20" fmla="*/ 553945 h 810548"/>
                <a:gd name="csX21" fmla="*/ 365096 w 3931156"/>
                <a:gd name="csY21" fmla="*/ 523107 h 810548"/>
                <a:gd name="csX22" fmla="*/ 365096 w 3931156"/>
                <a:gd name="csY22" fmla="*/ 391759 h 810548"/>
                <a:gd name="csX23" fmla="*/ 238282 w 3931156"/>
                <a:gd name="csY23" fmla="*/ 391759 h 810548"/>
                <a:gd name="csX24" fmla="*/ 238282 w 3931156"/>
                <a:gd name="csY24" fmla="*/ 330463 h 810548"/>
                <a:gd name="csX25" fmla="*/ 443734 w 3931156"/>
                <a:gd name="csY25" fmla="*/ 330463 h 810548"/>
                <a:gd name="csX26" fmla="*/ 606432 w 3931156"/>
                <a:gd name="csY26" fmla="*/ 400211 h 810548"/>
                <a:gd name="csX27" fmla="*/ 606432 w 3931156"/>
                <a:gd name="csY27" fmla="*/ 409043 h 810548"/>
                <a:gd name="csX28" fmla="*/ 635597 w 3931156"/>
                <a:gd name="csY28" fmla="*/ 523183 h 810548"/>
                <a:gd name="csX29" fmla="*/ 720419 w 3931156"/>
                <a:gd name="csY29" fmla="*/ 565899 h 810548"/>
                <a:gd name="csX30" fmla="*/ 805242 w 3931156"/>
                <a:gd name="csY30" fmla="*/ 523183 h 810548"/>
                <a:gd name="csX31" fmla="*/ 834865 w 3931156"/>
                <a:gd name="csY31" fmla="*/ 409043 h 810548"/>
                <a:gd name="csX32" fmla="*/ 834865 w 3931156"/>
                <a:gd name="csY32" fmla="*/ 400211 h 810548"/>
                <a:gd name="csX33" fmla="*/ 804784 w 3931156"/>
                <a:gd name="csY33" fmla="*/ 286909 h 810548"/>
                <a:gd name="csX34" fmla="*/ 719961 w 3931156"/>
                <a:gd name="csY34" fmla="*/ 243279 h 810548"/>
                <a:gd name="csX35" fmla="*/ 635520 w 3931156"/>
                <a:gd name="csY35" fmla="*/ 286909 h 810548"/>
                <a:gd name="csX36" fmla="*/ 606356 w 3931156"/>
                <a:gd name="csY36" fmla="*/ 400211 h 810548"/>
                <a:gd name="csX37" fmla="*/ 527717 w 3931156"/>
                <a:gd name="csY37" fmla="*/ 409043 h 810548"/>
                <a:gd name="csX38" fmla="*/ 527717 w 3931156"/>
                <a:gd name="csY38" fmla="*/ 400211 h 810548"/>
                <a:gd name="csX39" fmla="*/ 579863 w 3931156"/>
                <a:gd name="csY39" fmla="*/ 242441 h 810548"/>
                <a:gd name="csX40" fmla="*/ 720419 w 3931156"/>
                <a:gd name="csY40" fmla="*/ 181603 h 810548"/>
                <a:gd name="csX41" fmla="*/ 860976 w 3931156"/>
                <a:gd name="csY41" fmla="*/ 242441 h 810548"/>
                <a:gd name="csX42" fmla="*/ 913122 w 3931156"/>
                <a:gd name="csY42" fmla="*/ 400211 h 810548"/>
                <a:gd name="csX43" fmla="*/ 913122 w 3931156"/>
                <a:gd name="csY43" fmla="*/ 409043 h 810548"/>
                <a:gd name="csX44" fmla="*/ 860976 w 3931156"/>
                <a:gd name="csY44" fmla="*/ 567270 h 810548"/>
                <a:gd name="csX45" fmla="*/ 720419 w 3931156"/>
                <a:gd name="csY45" fmla="*/ 627195 h 810548"/>
                <a:gd name="csX46" fmla="*/ 579863 w 3931156"/>
                <a:gd name="csY46" fmla="*/ 566813 h 810548"/>
                <a:gd name="csX47" fmla="*/ 527717 w 3931156"/>
                <a:gd name="csY47" fmla="*/ 409043 h 810548"/>
                <a:gd name="csX48" fmla="*/ 1443053 w 3931156"/>
                <a:gd name="csY48" fmla="*/ 346910 h 810548"/>
                <a:gd name="csX49" fmla="*/ 1295930 w 3931156"/>
                <a:gd name="csY49" fmla="*/ 346910 h 810548"/>
                <a:gd name="csX50" fmla="*/ 1295930 w 3931156"/>
                <a:gd name="csY50" fmla="*/ 556686 h 810548"/>
                <a:gd name="csX51" fmla="*/ 1431601 w 3931156"/>
                <a:gd name="csY51" fmla="*/ 556686 h 810548"/>
                <a:gd name="csX52" fmla="*/ 1515125 w 3931156"/>
                <a:gd name="csY52" fmla="*/ 530721 h 810548"/>
                <a:gd name="csX53" fmla="*/ 1544748 w 3931156"/>
                <a:gd name="csY53" fmla="*/ 454044 h 810548"/>
                <a:gd name="csX54" fmla="*/ 1519095 w 3931156"/>
                <a:gd name="csY54" fmla="*/ 375540 h 810548"/>
                <a:gd name="csX55" fmla="*/ 1443053 w 3931156"/>
                <a:gd name="csY55" fmla="*/ 346910 h 810548"/>
                <a:gd name="csX56" fmla="*/ 1295854 w 3931156"/>
                <a:gd name="csY56" fmla="*/ 101804 h 810548"/>
                <a:gd name="csX57" fmla="*/ 1295854 w 3931156"/>
                <a:gd name="csY57" fmla="*/ 286072 h 810548"/>
                <a:gd name="csX58" fmla="*/ 1422668 w 3931156"/>
                <a:gd name="csY58" fmla="*/ 286072 h 810548"/>
                <a:gd name="csX59" fmla="*/ 1494282 w 3931156"/>
                <a:gd name="csY59" fmla="*/ 261858 h 810548"/>
                <a:gd name="csX60" fmla="*/ 1521691 w 3931156"/>
                <a:gd name="csY60" fmla="*/ 195308 h 810548"/>
                <a:gd name="csX61" fmla="*/ 1406788 w 3931156"/>
                <a:gd name="csY61" fmla="*/ 101880 h 810548"/>
                <a:gd name="csX62" fmla="*/ 1295854 w 3931156"/>
                <a:gd name="csY62" fmla="*/ 101880 h 810548"/>
                <a:gd name="csX63" fmla="*/ 1431524 w 3931156"/>
                <a:gd name="csY63" fmla="*/ 617905 h 810548"/>
                <a:gd name="csX64" fmla="*/ 1217597 w 3931156"/>
                <a:gd name="csY64" fmla="*/ 617905 h 810548"/>
                <a:gd name="csX65" fmla="*/ 1217597 w 3931156"/>
                <a:gd name="csY65" fmla="*/ 40508 h 810548"/>
                <a:gd name="csX66" fmla="*/ 1406788 w 3931156"/>
                <a:gd name="csY66" fmla="*/ 40508 h 810548"/>
                <a:gd name="csX67" fmla="*/ 1549482 w 3931156"/>
                <a:gd name="csY67" fmla="*/ 80179 h 810548"/>
                <a:gd name="csX68" fmla="*/ 1599872 w 3931156"/>
                <a:gd name="csY68" fmla="*/ 196527 h 810548"/>
                <a:gd name="csX69" fmla="*/ 1575593 w 3931156"/>
                <a:gd name="csY69" fmla="*/ 265284 h 810548"/>
                <a:gd name="csX70" fmla="*/ 1510163 w 3931156"/>
                <a:gd name="csY70" fmla="*/ 310209 h 810548"/>
                <a:gd name="csX71" fmla="*/ 1592389 w 3931156"/>
                <a:gd name="csY71" fmla="*/ 361378 h 810548"/>
                <a:gd name="csX72" fmla="*/ 1622852 w 3931156"/>
                <a:gd name="csY72" fmla="*/ 454806 h 810548"/>
                <a:gd name="csX73" fmla="*/ 1572005 w 3931156"/>
                <a:gd name="csY73" fmla="*/ 576026 h 810548"/>
                <a:gd name="csX74" fmla="*/ 1431448 w 3931156"/>
                <a:gd name="csY74" fmla="*/ 617905 h 810548"/>
                <a:gd name="csX75" fmla="*/ 1969396 w 3931156"/>
                <a:gd name="csY75" fmla="*/ 351250 h 810548"/>
                <a:gd name="csX76" fmla="*/ 1944201 w 3931156"/>
                <a:gd name="csY76" fmla="*/ 273279 h 810548"/>
                <a:gd name="csX77" fmla="*/ 1871747 w 3931156"/>
                <a:gd name="csY77" fmla="*/ 243279 h 810548"/>
                <a:gd name="csX78" fmla="*/ 1804561 w 3931156"/>
                <a:gd name="csY78" fmla="*/ 275868 h 810548"/>
                <a:gd name="csX79" fmla="*/ 1770128 w 3931156"/>
                <a:gd name="csY79" fmla="*/ 359169 h 810548"/>
                <a:gd name="csX80" fmla="*/ 1771044 w 3931156"/>
                <a:gd name="csY80" fmla="*/ 361378 h 810548"/>
                <a:gd name="csX81" fmla="*/ 1969472 w 3931156"/>
                <a:gd name="csY81" fmla="*/ 361378 h 810548"/>
                <a:gd name="csX82" fmla="*/ 1969472 w 3931156"/>
                <a:gd name="csY82" fmla="*/ 351250 h 810548"/>
                <a:gd name="csX83" fmla="*/ 1883657 w 3931156"/>
                <a:gd name="csY83" fmla="*/ 627195 h 810548"/>
                <a:gd name="csX84" fmla="*/ 1740428 w 3931156"/>
                <a:gd name="csY84" fmla="*/ 568107 h 810548"/>
                <a:gd name="csX85" fmla="*/ 1687366 w 3931156"/>
                <a:gd name="csY85" fmla="*/ 412546 h 810548"/>
                <a:gd name="csX86" fmla="*/ 1687366 w 3931156"/>
                <a:gd name="csY86" fmla="*/ 394957 h 810548"/>
                <a:gd name="csX87" fmla="*/ 1741268 w 3931156"/>
                <a:gd name="csY87" fmla="*/ 243355 h 810548"/>
                <a:gd name="csX88" fmla="*/ 1871670 w 3931156"/>
                <a:gd name="csY88" fmla="*/ 181679 h 810548"/>
                <a:gd name="csX89" fmla="*/ 2002454 w 3931156"/>
                <a:gd name="csY89" fmla="*/ 233228 h 810548"/>
                <a:gd name="csX90" fmla="*/ 2047958 w 3931156"/>
                <a:gd name="csY90" fmla="*/ 373789 h 810548"/>
                <a:gd name="csX91" fmla="*/ 2047958 w 3931156"/>
                <a:gd name="csY91" fmla="*/ 422673 h 810548"/>
                <a:gd name="csX92" fmla="*/ 1768677 w 3931156"/>
                <a:gd name="csY92" fmla="*/ 422673 h 810548"/>
                <a:gd name="csX93" fmla="*/ 1767379 w 3931156"/>
                <a:gd name="csY93" fmla="*/ 424424 h 810548"/>
                <a:gd name="csX94" fmla="*/ 1799216 w 3931156"/>
                <a:gd name="csY94" fmla="*/ 527142 h 810548"/>
                <a:gd name="csX95" fmla="*/ 1883657 w 3931156"/>
                <a:gd name="csY95" fmla="*/ 565899 h 810548"/>
                <a:gd name="csX96" fmla="*/ 2005661 w 3931156"/>
                <a:gd name="csY96" fmla="*/ 523563 h 810548"/>
                <a:gd name="csX97" fmla="*/ 2036582 w 3931156"/>
                <a:gd name="csY97" fmla="*/ 574275 h 810548"/>
                <a:gd name="csX98" fmla="*/ 2036124 w 3931156"/>
                <a:gd name="csY98" fmla="*/ 574275 h 810548"/>
                <a:gd name="csX99" fmla="*/ 1883657 w 3931156"/>
                <a:gd name="csY99" fmla="*/ 627195 h 810548"/>
                <a:gd name="csX100" fmla="*/ 2149653 w 3931156"/>
                <a:gd name="csY100" fmla="*/ 810549 h 810548"/>
                <a:gd name="csX101" fmla="*/ 2103234 w 3931156"/>
                <a:gd name="csY101" fmla="*/ 804381 h 810548"/>
                <a:gd name="csX102" fmla="*/ 2111174 w 3931156"/>
                <a:gd name="csY102" fmla="*/ 742705 h 810548"/>
                <a:gd name="csX103" fmla="*/ 2146065 w 3931156"/>
                <a:gd name="csY103" fmla="*/ 744913 h 810548"/>
                <a:gd name="csX104" fmla="*/ 2184544 w 3931156"/>
                <a:gd name="csY104" fmla="*/ 725496 h 810548"/>
                <a:gd name="csX105" fmla="*/ 2213251 w 3931156"/>
                <a:gd name="csY105" fmla="*/ 673490 h 810548"/>
                <a:gd name="csX106" fmla="*/ 2231804 w 3931156"/>
                <a:gd name="csY106" fmla="*/ 628565 h 810548"/>
                <a:gd name="csX107" fmla="*/ 2071855 w 3931156"/>
                <a:gd name="csY107" fmla="*/ 208100 h 810548"/>
                <a:gd name="csX108" fmla="*/ 2159350 w 3931156"/>
                <a:gd name="csY108" fmla="*/ 208100 h 810548"/>
                <a:gd name="csX109" fmla="*/ 2250814 w 3931156"/>
                <a:gd name="csY109" fmla="*/ 478258 h 810548"/>
                <a:gd name="csX110" fmla="*/ 2264481 w 3931156"/>
                <a:gd name="csY110" fmla="*/ 532015 h 810548"/>
                <a:gd name="csX111" fmla="*/ 2267153 w 3931156"/>
                <a:gd name="csY111" fmla="*/ 532015 h 810548"/>
                <a:gd name="csX112" fmla="*/ 2372742 w 3931156"/>
                <a:gd name="csY112" fmla="*/ 208100 h 810548"/>
                <a:gd name="csX113" fmla="*/ 2459779 w 3931156"/>
                <a:gd name="csY113" fmla="*/ 208100 h 810548"/>
                <a:gd name="csX114" fmla="*/ 2279063 w 3931156"/>
                <a:gd name="csY114" fmla="*/ 703034 h 810548"/>
                <a:gd name="csX115" fmla="*/ 2149577 w 3931156"/>
                <a:gd name="csY115" fmla="*/ 810549 h 810548"/>
                <a:gd name="csX116" fmla="*/ 2570865 w 3931156"/>
                <a:gd name="csY116" fmla="*/ 400211 h 810548"/>
                <a:gd name="csX117" fmla="*/ 2570865 w 3931156"/>
                <a:gd name="csY117" fmla="*/ 409043 h 810548"/>
                <a:gd name="csX118" fmla="*/ 2600030 w 3931156"/>
                <a:gd name="csY118" fmla="*/ 523183 h 810548"/>
                <a:gd name="csX119" fmla="*/ 2684852 w 3931156"/>
                <a:gd name="csY119" fmla="*/ 565899 h 810548"/>
                <a:gd name="csX120" fmla="*/ 2769675 w 3931156"/>
                <a:gd name="csY120" fmla="*/ 523183 h 810548"/>
                <a:gd name="csX121" fmla="*/ 2799298 w 3931156"/>
                <a:gd name="csY121" fmla="*/ 409043 h 810548"/>
                <a:gd name="csX122" fmla="*/ 2799298 w 3931156"/>
                <a:gd name="csY122" fmla="*/ 400211 h 810548"/>
                <a:gd name="csX123" fmla="*/ 2769217 w 3931156"/>
                <a:gd name="csY123" fmla="*/ 286909 h 810548"/>
                <a:gd name="csX124" fmla="*/ 2684394 w 3931156"/>
                <a:gd name="csY124" fmla="*/ 243279 h 810548"/>
                <a:gd name="csX125" fmla="*/ 2599954 w 3931156"/>
                <a:gd name="csY125" fmla="*/ 286909 h 810548"/>
                <a:gd name="csX126" fmla="*/ 2570789 w 3931156"/>
                <a:gd name="csY126" fmla="*/ 400211 h 810548"/>
                <a:gd name="csX127" fmla="*/ 2492150 w 3931156"/>
                <a:gd name="csY127" fmla="*/ 409043 h 810548"/>
                <a:gd name="csX128" fmla="*/ 2492150 w 3931156"/>
                <a:gd name="csY128" fmla="*/ 400211 h 810548"/>
                <a:gd name="csX129" fmla="*/ 2544296 w 3931156"/>
                <a:gd name="csY129" fmla="*/ 242441 h 810548"/>
                <a:gd name="csX130" fmla="*/ 2684852 w 3931156"/>
                <a:gd name="csY130" fmla="*/ 181603 h 810548"/>
                <a:gd name="csX131" fmla="*/ 2825409 w 3931156"/>
                <a:gd name="csY131" fmla="*/ 242441 h 810548"/>
                <a:gd name="csX132" fmla="*/ 2877555 w 3931156"/>
                <a:gd name="csY132" fmla="*/ 400211 h 810548"/>
                <a:gd name="csX133" fmla="*/ 2877555 w 3931156"/>
                <a:gd name="csY133" fmla="*/ 409043 h 810548"/>
                <a:gd name="csX134" fmla="*/ 2825409 w 3931156"/>
                <a:gd name="csY134" fmla="*/ 567270 h 810548"/>
                <a:gd name="csX135" fmla="*/ 2684852 w 3931156"/>
                <a:gd name="csY135" fmla="*/ 627195 h 810548"/>
                <a:gd name="csX136" fmla="*/ 2544296 w 3931156"/>
                <a:gd name="csY136" fmla="*/ 566813 h 810548"/>
                <a:gd name="csX137" fmla="*/ 2492150 w 3931156"/>
                <a:gd name="csY137" fmla="*/ 409043 h 810548"/>
                <a:gd name="csX138" fmla="*/ 2955812 w 3931156"/>
                <a:gd name="csY138" fmla="*/ 188608 h 810548"/>
                <a:gd name="csX139" fmla="*/ 3025670 w 3931156"/>
                <a:gd name="csY139" fmla="*/ 188608 h 810548"/>
                <a:gd name="csX140" fmla="*/ 3031396 w 3931156"/>
                <a:gd name="csY140" fmla="*/ 252492 h 810548"/>
                <a:gd name="csX141" fmla="*/ 3159126 w 3931156"/>
                <a:gd name="csY141" fmla="*/ 180689 h 810548"/>
                <a:gd name="csX142" fmla="*/ 3267388 w 3931156"/>
                <a:gd name="csY142" fmla="*/ 222111 h 810548"/>
                <a:gd name="csX143" fmla="*/ 3304951 w 3931156"/>
                <a:gd name="csY143" fmla="*/ 346834 h 810548"/>
                <a:gd name="csX144" fmla="*/ 3304951 w 3931156"/>
                <a:gd name="csY144" fmla="*/ 617905 h 810548"/>
                <a:gd name="csX145" fmla="*/ 3226770 w 3931156"/>
                <a:gd name="csY145" fmla="*/ 617905 h 810548"/>
                <a:gd name="csX146" fmla="*/ 3226770 w 3931156"/>
                <a:gd name="csY146" fmla="*/ 348585 h 810548"/>
                <a:gd name="csX147" fmla="*/ 3204706 w 3931156"/>
                <a:gd name="csY147" fmla="*/ 268330 h 810548"/>
                <a:gd name="csX148" fmla="*/ 3135764 w 3931156"/>
                <a:gd name="csY148" fmla="*/ 244116 h 810548"/>
                <a:gd name="csX149" fmla="*/ 3076136 w 3931156"/>
                <a:gd name="csY149" fmla="*/ 259954 h 810548"/>
                <a:gd name="csX150" fmla="*/ 3034144 w 3931156"/>
                <a:gd name="csY150" fmla="*/ 304879 h 810548"/>
                <a:gd name="csX151" fmla="*/ 3034144 w 3931156"/>
                <a:gd name="csY151" fmla="*/ 617829 h 810548"/>
                <a:gd name="csX152" fmla="*/ 2955964 w 3931156"/>
                <a:gd name="csY152" fmla="*/ 617829 h 810548"/>
                <a:gd name="csX153" fmla="*/ 2955964 w 3931156"/>
                <a:gd name="csY153" fmla="*/ 188531 h 810548"/>
                <a:gd name="csX154" fmla="*/ 3382291 w 3931156"/>
                <a:gd name="csY154" fmla="*/ 412089 h 810548"/>
                <a:gd name="csX155" fmla="*/ 3426955 w 3931156"/>
                <a:gd name="csY155" fmla="*/ 244193 h 810548"/>
                <a:gd name="csX156" fmla="*/ 3548882 w 3931156"/>
                <a:gd name="csY156" fmla="*/ 181603 h 810548"/>
                <a:gd name="csX157" fmla="*/ 3667756 w 3931156"/>
                <a:gd name="csY157" fmla="*/ 236274 h 810548"/>
                <a:gd name="csX158" fmla="*/ 3667756 w 3931156"/>
                <a:gd name="csY158" fmla="*/ 0 h 810548"/>
                <a:gd name="csX159" fmla="*/ 3746395 w 3931156"/>
                <a:gd name="csY159" fmla="*/ 0 h 810548"/>
                <a:gd name="csX160" fmla="*/ 3746395 w 3931156"/>
                <a:gd name="csY160" fmla="*/ 618819 h 810548"/>
                <a:gd name="csX161" fmla="*/ 3682339 w 3931156"/>
                <a:gd name="csY161" fmla="*/ 618819 h 810548"/>
                <a:gd name="csX162" fmla="*/ 3673024 w 3931156"/>
                <a:gd name="csY162" fmla="*/ 565899 h 810548"/>
                <a:gd name="csX163" fmla="*/ 3551096 w 3931156"/>
                <a:gd name="csY163" fmla="*/ 627195 h 810548"/>
                <a:gd name="csX164" fmla="*/ 3427336 w 3931156"/>
                <a:gd name="csY164" fmla="*/ 571229 h 810548"/>
                <a:gd name="csX165" fmla="*/ 3382673 w 3931156"/>
                <a:gd name="csY165" fmla="*/ 420465 h 810548"/>
                <a:gd name="csX166" fmla="*/ 3382215 w 3931156"/>
                <a:gd name="csY166" fmla="*/ 412089 h 810548"/>
                <a:gd name="csX167" fmla="*/ 3461388 w 3931156"/>
                <a:gd name="csY167" fmla="*/ 412089 h 810548"/>
                <a:gd name="csX168" fmla="*/ 3461388 w 3931156"/>
                <a:gd name="csY168" fmla="*/ 420465 h 810548"/>
                <a:gd name="csX169" fmla="*/ 3488339 w 3931156"/>
                <a:gd name="csY169" fmla="*/ 525771 h 810548"/>
                <a:gd name="csX170" fmla="*/ 3570489 w 3931156"/>
                <a:gd name="csY170" fmla="*/ 563691 h 810548"/>
                <a:gd name="csX171" fmla="*/ 3668596 w 3931156"/>
                <a:gd name="csY171" fmla="*/ 503309 h 810548"/>
                <a:gd name="csX172" fmla="*/ 3668596 w 3931156"/>
                <a:gd name="csY172" fmla="*/ 303204 h 810548"/>
                <a:gd name="csX173" fmla="*/ 3571329 w 3931156"/>
                <a:gd name="csY173" fmla="*/ 245030 h 810548"/>
                <a:gd name="csX174" fmla="*/ 3488720 w 3931156"/>
                <a:gd name="csY174" fmla="*/ 289955 h 810548"/>
                <a:gd name="csX175" fmla="*/ 3461311 w 3931156"/>
                <a:gd name="csY175" fmla="*/ 412013 h 810548"/>
                <a:gd name="csX176" fmla="*/ 3931157 w 3931156"/>
                <a:gd name="csY176" fmla="*/ 537726 h 810548"/>
                <a:gd name="csX177" fmla="*/ 3931157 w 3931156"/>
                <a:gd name="csY177" fmla="*/ 617981 h 810548"/>
                <a:gd name="csX178" fmla="*/ 3852976 w 3931156"/>
                <a:gd name="csY178" fmla="*/ 617981 h 810548"/>
                <a:gd name="csX179" fmla="*/ 3852976 w 3931156"/>
                <a:gd name="csY179" fmla="*/ 537726 h 810548"/>
                <a:gd name="csX180" fmla="*/ 3931157 w 3931156"/>
                <a:gd name="csY180" fmla="*/ 537726 h 810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Lst>
              <a:rect l="l" t="t" r="r" b="b"/>
              <a:pathLst>
                <a:path w="3931156" h="810548">
                  <a:moveTo>
                    <a:pt x="443734" y="330539"/>
                  </a:moveTo>
                  <a:lnTo>
                    <a:pt x="443734" y="541686"/>
                  </a:lnTo>
                  <a:cubicBezTo>
                    <a:pt x="428159" y="565518"/>
                    <a:pt x="402812" y="585620"/>
                    <a:pt x="367692" y="602067"/>
                  </a:cubicBezTo>
                  <a:cubicBezTo>
                    <a:pt x="332648" y="618514"/>
                    <a:pt x="289893" y="626738"/>
                    <a:pt x="239580" y="626738"/>
                  </a:cubicBezTo>
                  <a:cubicBezTo>
                    <a:pt x="169722" y="626738"/>
                    <a:pt x="112308" y="604733"/>
                    <a:pt x="67186" y="560645"/>
                  </a:cubicBezTo>
                  <a:cubicBezTo>
                    <a:pt x="22370" y="516253"/>
                    <a:pt x="0" y="459146"/>
                    <a:pt x="0" y="389170"/>
                  </a:cubicBezTo>
                  <a:lnTo>
                    <a:pt x="0" y="270157"/>
                  </a:lnTo>
                  <a:cubicBezTo>
                    <a:pt x="0" y="199649"/>
                    <a:pt x="20919" y="142465"/>
                    <a:pt x="62758" y="98682"/>
                  </a:cubicBezTo>
                  <a:cubicBezTo>
                    <a:pt x="104902" y="54595"/>
                    <a:pt x="159109" y="32589"/>
                    <a:pt x="225379" y="32589"/>
                  </a:cubicBezTo>
                  <a:cubicBezTo>
                    <a:pt x="291649" y="32589"/>
                    <a:pt x="343948" y="48580"/>
                    <a:pt x="382274" y="80636"/>
                  </a:cubicBezTo>
                  <a:cubicBezTo>
                    <a:pt x="420906" y="112693"/>
                    <a:pt x="440451" y="154952"/>
                    <a:pt x="441062" y="207567"/>
                  </a:cubicBezTo>
                  <a:lnTo>
                    <a:pt x="440146" y="209776"/>
                  </a:lnTo>
                  <a:lnTo>
                    <a:pt x="365478" y="209776"/>
                  </a:lnTo>
                  <a:cubicBezTo>
                    <a:pt x="362806" y="174826"/>
                    <a:pt x="349597" y="146881"/>
                    <a:pt x="325700" y="126018"/>
                  </a:cubicBezTo>
                  <a:cubicBezTo>
                    <a:pt x="302109" y="104850"/>
                    <a:pt x="268516" y="94266"/>
                    <a:pt x="224921" y="94266"/>
                  </a:cubicBezTo>
                  <a:cubicBezTo>
                    <a:pt x="181326" y="94266"/>
                    <a:pt x="146435" y="110713"/>
                    <a:pt x="119332" y="143607"/>
                  </a:cubicBezTo>
                  <a:cubicBezTo>
                    <a:pt x="92228" y="176196"/>
                    <a:pt x="78715" y="218228"/>
                    <a:pt x="78715" y="269701"/>
                  </a:cubicBezTo>
                  <a:lnTo>
                    <a:pt x="78715" y="389551"/>
                  </a:lnTo>
                  <a:cubicBezTo>
                    <a:pt x="78715" y="440948"/>
                    <a:pt x="93755" y="483283"/>
                    <a:pt x="123760" y="516482"/>
                  </a:cubicBezTo>
                  <a:cubicBezTo>
                    <a:pt x="153841" y="549376"/>
                    <a:pt x="192397" y="565823"/>
                    <a:pt x="239580" y="565823"/>
                  </a:cubicBezTo>
                  <a:cubicBezTo>
                    <a:pt x="270501" y="565823"/>
                    <a:pt x="296765" y="561864"/>
                    <a:pt x="318218" y="553945"/>
                  </a:cubicBezTo>
                  <a:cubicBezTo>
                    <a:pt x="339748" y="545721"/>
                    <a:pt x="355323" y="535442"/>
                    <a:pt x="365096" y="523107"/>
                  </a:cubicBezTo>
                  <a:lnTo>
                    <a:pt x="365096" y="391759"/>
                  </a:lnTo>
                  <a:lnTo>
                    <a:pt x="238282" y="391759"/>
                  </a:lnTo>
                  <a:lnTo>
                    <a:pt x="238282" y="330463"/>
                  </a:lnTo>
                  <a:lnTo>
                    <a:pt x="443734" y="330463"/>
                  </a:lnTo>
                  <a:close/>
                  <a:moveTo>
                    <a:pt x="606432" y="400211"/>
                  </a:moveTo>
                  <a:lnTo>
                    <a:pt x="606432" y="409043"/>
                  </a:lnTo>
                  <a:cubicBezTo>
                    <a:pt x="606432" y="456633"/>
                    <a:pt x="616204" y="494705"/>
                    <a:pt x="635597" y="523183"/>
                  </a:cubicBezTo>
                  <a:cubicBezTo>
                    <a:pt x="655295" y="551660"/>
                    <a:pt x="683620" y="565899"/>
                    <a:pt x="720419" y="565899"/>
                  </a:cubicBezTo>
                  <a:cubicBezTo>
                    <a:pt x="757219" y="565899"/>
                    <a:pt x="785544" y="551660"/>
                    <a:pt x="805242" y="523183"/>
                  </a:cubicBezTo>
                  <a:cubicBezTo>
                    <a:pt x="824940" y="494400"/>
                    <a:pt x="834865" y="456329"/>
                    <a:pt x="834865" y="409043"/>
                  </a:cubicBezTo>
                  <a:lnTo>
                    <a:pt x="834865" y="400211"/>
                  </a:lnTo>
                  <a:cubicBezTo>
                    <a:pt x="834865" y="353459"/>
                    <a:pt x="824863" y="315691"/>
                    <a:pt x="804784" y="286909"/>
                  </a:cubicBezTo>
                  <a:cubicBezTo>
                    <a:pt x="785086" y="257822"/>
                    <a:pt x="756761" y="243279"/>
                    <a:pt x="719961" y="243279"/>
                  </a:cubicBezTo>
                  <a:cubicBezTo>
                    <a:pt x="683162" y="243279"/>
                    <a:pt x="655295" y="257822"/>
                    <a:pt x="635520" y="286909"/>
                  </a:cubicBezTo>
                  <a:cubicBezTo>
                    <a:pt x="616052" y="315691"/>
                    <a:pt x="606356" y="353459"/>
                    <a:pt x="606356" y="400211"/>
                  </a:cubicBezTo>
                  <a:close/>
                  <a:moveTo>
                    <a:pt x="527717" y="409043"/>
                  </a:moveTo>
                  <a:lnTo>
                    <a:pt x="527717" y="400211"/>
                  </a:lnTo>
                  <a:cubicBezTo>
                    <a:pt x="527717" y="335565"/>
                    <a:pt x="545124" y="282950"/>
                    <a:pt x="579863" y="242441"/>
                  </a:cubicBezTo>
                  <a:cubicBezTo>
                    <a:pt x="614601" y="201933"/>
                    <a:pt x="661479" y="181603"/>
                    <a:pt x="720419" y="181603"/>
                  </a:cubicBezTo>
                  <a:cubicBezTo>
                    <a:pt x="779360" y="181603"/>
                    <a:pt x="826161" y="201857"/>
                    <a:pt x="860976" y="242441"/>
                  </a:cubicBezTo>
                  <a:cubicBezTo>
                    <a:pt x="895791" y="282721"/>
                    <a:pt x="913122" y="335260"/>
                    <a:pt x="913122" y="400211"/>
                  </a:cubicBezTo>
                  <a:lnTo>
                    <a:pt x="913122" y="409043"/>
                  </a:lnTo>
                  <a:cubicBezTo>
                    <a:pt x="913122" y="474298"/>
                    <a:pt x="895714" y="526990"/>
                    <a:pt x="860976" y="567270"/>
                  </a:cubicBezTo>
                  <a:cubicBezTo>
                    <a:pt x="826543" y="607245"/>
                    <a:pt x="779665" y="627195"/>
                    <a:pt x="720419" y="627195"/>
                  </a:cubicBezTo>
                  <a:cubicBezTo>
                    <a:pt x="661173" y="627195"/>
                    <a:pt x="614677" y="607093"/>
                    <a:pt x="579863" y="566813"/>
                  </a:cubicBezTo>
                  <a:cubicBezTo>
                    <a:pt x="545124" y="526533"/>
                    <a:pt x="527717" y="473994"/>
                    <a:pt x="527717" y="409043"/>
                  </a:cubicBezTo>
                  <a:close/>
                  <a:moveTo>
                    <a:pt x="1443053" y="346910"/>
                  </a:moveTo>
                  <a:lnTo>
                    <a:pt x="1295930" y="346910"/>
                  </a:lnTo>
                  <a:lnTo>
                    <a:pt x="1295930" y="556686"/>
                  </a:lnTo>
                  <a:lnTo>
                    <a:pt x="1431601" y="556686"/>
                  </a:lnTo>
                  <a:cubicBezTo>
                    <a:pt x="1467561" y="556686"/>
                    <a:pt x="1495428" y="548005"/>
                    <a:pt x="1515125" y="530721"/>
                  </a:cubicBezTo>
                  <a:cubicBezTo>
                    <a:pt x="1534823" y="513056"/>
                    <a:pt x="1544748" y="487547"/>
                    <a:pt x="1544748" y="454044"/>
                  </a:cubicBezTo>
                  <a:cubicBezTo>
                    <a:pt x="1544748" y="420541"/>
                    <a:pt x="1536197" y="394348"/>
                    <a:pt x="1519095" y="375540"/>
                  </a:cubicBezTo>
                  <a:cubicBezTo>
                    <a:pt x="1502299" y="356428"/>
                    <a:pt x="1476951" y="346910"/>
                    <a:pt x="1443053" y="346910"/>
                  </a:cubicBezTo>
                  <a:close/>
                  <a:moveTo>
                    <a:pt x="1295854" y="101804"/>
                  </a:moveTo>
                  <a:lnTo>
                    <a:pt x="1295854" y="286072"/>
                  </a:lnTo>
                  <a:lnTo>
                    <a:pt x="1422668" y="286072"/>
                  </a:lnTo>
                  <a:cubicBezTo>
                    <a:pt x="1452444" y="286072"/>
                    <a:pt x="1476264" y="278000"/>
                    <a:pt x="1494282" y="261858"/>
                  </a:cubicBezTo>
                  <a:cubicBezTo>
                    <a:pt x="1512530" y="245715"/>
                    <a:pt x="1521691" y="223481"/>
                    <a:pt x="1521691" y="195308"/>
                  </a:cubicBezTo>
                  <a:cubicBezTo>
                    <a:pt x="1521691" y="133023"/>
                    <a:pt x="1483365" y="101880"/>
                    <a:pt x="1406788" y="101880"/>
                  </a:cubicBezTo>
                  <a:lnTo>
                    <a:pt x="1295854" y="101880"/>
                  </a:lnTo>
                  <a:close/>
                  <a:moveTo>
                    <a:pt x="1431524" y="617905"/>
                  </a:moveTo>
                  <a:lnTo>
                    <a:pt x="1217597" y="617905"/>
                  </a:lnTo>
                  <a:lnTo>
                    <a:pt x="1217597" y="40508"/>
                  </a:lnTo>
                  <a:lnTo>
                    <a:pt x="1406788" y="40508"/>
                  </a:lnTo>
                  <a:cubicBezTo>
                    <a:pt x="1468629" y="40508"/>
                    <a:pt x="1516271" y="53681"/>
                    <a:pt x="1549482" y="80179"/>
                  </a:cubicBezTo>
                  <a:cubicBezTo>
                    <a:pt x="1583075" y="106373"/>
                    <a:pt x="1599872" y="145130"/>
                    <a:pt x="1599872" y="196527"/>
                  </a:cubicBezTo>
                  <a:cubicBezTo>
                    <a:pt x="1599872" y="222111"/>
                    <a:pt x="1591779" y="245030"/>
                    <a:pt x="1575593" y="265284"/>
                  </a:cubicBezTo>
                  <a:cubicBezTo>
                    <a:pt x="1559407" y="285538"/>
                    <a:pt x="1537572" y="300539"/>
                    <a:pt x="1510163" y="310209"/>
                  </a:cubicBezTo>
                  <a:cubicBezTo>
                    <a:pt x="1544977" y="317823"/>
                    <a:pt x="1572310" y="334879"/>
                    <a:pt x="1592389" y="361378"/>
                  </a:cubicBezTo>
                  <a:cubicBezTo>
                    <a:pt x="1612698" y="387495"/>
                    <a:pt x="1622852" y="418637"/>
                    <a:pt x="1622852" y="454806"/>
                  </a:cubicBezTo>
                  <a:cubicBezTo>
                    <a:pt x="1622852" y="507421"/>
                    <a:pt x="1605903" y="547777"/>
                    <a:pt x="1572005" y="576026"/>
                  </a:cubicBezTo>
                  <a:cubicBezTo>
                    <a:pt x="1538412" y="603971"/>
                    <a:pt x="1491610" y="617905"/>
                    <a:pt x="1431448" y="617905"/>
                  </a:cubicBezTo>
                  <a:close/>
                  <a:moveTo>
                    <a:pt x="1969396" y="351250"/>
                  </a:moveTo>
                  <a:cubicBezTo>
                    <a:pt x="1969396" y="318966"/>
                    <a:pt x="1960997" y="292924"/>
                    <a:pt x="1944201" y="273279"/>
                  </a:cubicBezTo>
                  <a:cubicBezTo>
                    <a:pt x="1927404" y="253330"/>
                    <a:pt x="1903278" y="243279"/>
                    <a:pt x="1871747" y="243279"/>
                  </a:cubicBezTo>
                  <a:cubicBezTo>
                    <a:pt x="1845788" y="243279"/>
                    <a:pt x="1823418" y="254167"/>
                    <a:pt x="1804561" y="275868"/>
                  </a:cubicBezTo>
                  <a:cubicBezTo>
                    <a:pt x="1786008" y="297645"/>
                    <a:pt x="1774556" y="325362"/>
                    <a:pt x="1770128" y="359169"/>
                  </a:cubicBezTo>
                  <a:lnTo>
                    <a:pt x="1771044" y="361378"/>
                  </a:lnTo>
                  <a:lnTo>
                    <a:pt x="1969472" y="361378"/>
                  </a:lnTo>
                  <a:lnTo>
                    <a:pt x="1969472" y="351250"/>
                  </a:lnTo>
                  <a:close/>
                  <a:moveTo>
                    <a:pt x="1883657" y="627195"/>
                  </a:moveTo>
                  <a:cubicBezTo>
                    <a:pt x="1823877" y="627195"/>
                    <a:pt x="1776083" y="607550"/>
                    <a:pt x="1740428" y="568107"/>
                  </a:cubicBezTo>
                  <a:cubicBezTo>
                    <a:pt x="1705079" y="528741"/>
                    <a:pt x="1687366" y="476887"/>
                    <a:pt x="1687366" y="412546"/>
                  </a:cubicBezTo>
                  <a:lnTo>
                    <a:pt x="1687366" y="394957"/>
                  </a:lnTo>
                  <a:cubicBezTo>
                    <a:pt x="1687366" y="334727"/>
                    <a:pt x="1705308" y="284168"/>
                    <a:pt x="1741268" y="243355"/>
                  </a:cubicBezTo>
                  <a:cubicBezTo>
                    <a:pt x="1777533" y="202237"/>
                    <a:pt x="1820975" y="181679"/>
                    <a:pt x="1871670" y="181679"/>
                  </a:cubicBezTo>
                  <a:cubicBezTo>
                    <a:pt x="1928855" y="181679"/>
                    <a:pt x="1972450" y="198887"/>
                    <a:pt x="2002454" y="233228"/>
                  </a:cubicBezTo>
                  <a:cubicBezTo>
                    <a:pt x="2032841" y="267340"/>
                    <a:pt x="2047958" y="314168"/>
                    <a:pt x="2047958" y="373789"/>
                  </a:cubicBezTo>
                  <a:lnTo>
                    <a:pt x="2047958" y="422673"/>
                  </a:lnTo>
                  <a:lnTo>
                    <a:pt x="1768677" y="422673"/>
                  </a:lnTo>
                  <a:lnTo>
                    <a:pt x="1767379" y="424424"/>
                  </a:lnTo>
                  <a:cubicBezTo>
                    <a:pt x="1768295" y="466760"/>
                    <a:pt x="1778831" y="500949"/>
                    <a:pt x="1799216" y="527142"/>
                  </a:cubicBezTo>
                  <a:cubicBezTo>
                    <a:pt x="1819830" y="553031"/>
                    <a:pt x="1847926" y="565899"/>
                    <a:pt x="1883657" y="565899"/>
                  </a:cubicBezTo>
                  <a:cubicBezTo>
                    <a:pt x="1933741" y="565899"/>
                    <a:pt x="1974435" y="551813"/>
                    <a:pt x="2005661" y="523563"/>
                  </a:cubicBezTo>
                  <a:lnTo>
                    <a:pt x="2036582" y="574275"/>
                  </a:lnTo>
                  <a:lnTo>
                    <a:pt x="2036124" y="574275"/>
                  </a:lnTo>
                  <a:cubicBezTo>
                    <a:pt x="2000164" y="609529"/>
                    <a:pt x="1949316" y="627195"/>
                    <a:pt x="1883657" y="627195"/>
                  </a:cubicBezTo>
                  <a:close/>
                  <a:moveTo>
                    <a:pt x="2149653" y="810549"/>
                  </a:moveTo>
                  <a:cubicBezTo>
                    <a:pt x="2138430" y="810549"/>
                    <a:pt x="2123008" y="808493"/>
                    <a:pt x="2103234" y="804381"/>
                  </a:cubicBezTo>
                  <a:lnTo>
                    <a:pt x="2111174" y="742705"/>
                  </a:lnTo>
                  <a:cubicBezTo>
                    <a:pt x="2130643" y="744151"/>
                    <a:pt x="2142247" y="744913"/>
                    <a:pt x="2146065" y="744913"/>
                  </a:cubicBezTo>
                  <a:cubicBezTo>
                    <a:pt x="2161334" y="744913"/>
                    <a:pt x="2174161" y="738441"/>
                    <a:pt x="2184544" y="725496"/>
                  </a:cubicBezTo>
                  <a:cubicBezTo>
                    <a:pt x="2195157" y="712552"/>
                    <a:pt x="2204700" y="695191"/>
                    <a:pt x="2213251" y="673490"/>
                  </a:cubicBezTo>
                  <a:lnTo>
                    <a:pt x="2231804" y="628565"/>
                  </a:lnTo>
                  <a:lnTo>
                    <a:pt x="2071855" y="208100"/>
                  </a:lnTo>
                  <a:lnTo>
                    <a:pt x="2159350" y="208100"/>
                  </a:lnTo>
                  <a:lnTo>
                    <a:pt x="2250814" y="478258"/>
                  </a:lnTo>
                  <a:lnTo>
                    <a:pt x="2264481" y="532015"/>
                  </a:lnTo>
                  <a:lnTo>
                    <a:pt x="2267153" y="532015"/>
                  </a:lnTo>
                  <a:lnTo>
                    <a:pt x="2372742" y="208100"/>
                  </a:lnTo>
                  <a:lnTo>
                    <a:pt x="2459779" y="208100"/>
                  </a:lnTo>
                  <a:lnTo>
                    <a:pt x="2279063" y="703034"/>
                  </a:lnTo>
                  <a:cubicBezTo>
                    <a:pt x="2251654" y="774761"/>
                    <a:pt x="2208518" y="810549"/>
                    <a:pt x="2149577" y="810549"/>
                  </a:cubicBezTo>
                  <a:close/>
                  <a:moveTo>
                    <a:pt x="2570865" y="400211"/>
                  </a:moveTo>
                  <a:lnTo>
                    <a:pt x="2570865" y="409043"/>
                  </a:lnTo>
                  <a:cubicBezTo>
                    <a:pt x="2570865" y="456633"/>
                    <a:pt x="2580561" y="494705"/>
                    <a:pt x="2600030" y="523183"/>
                  </a:cubicBezTo>
                  <a:cubicBezTo>
                    <a:pt x="2619804" y="551660"/>
                    <a:pt x="2648053" y="565899"/>
                    <a:pt x="2684852" y="565899"/>
                  </a:cubicBezTo>
                  <a:cubicBezTo>
                    <a:pt x="2721652" y="565899"/>
                    <a:pt x="2749977" y="551660"/>
                    <a:pt x="2769675" y="523183"/>
                  </a:cubicBezTo>
                  <a:cubicBezTo>
                    <a:pt x="2789449" y="494400"/>
                    <a:pt x="2799298" y="456329"/>
                    <a:pt x="2799298" y="409043"/>
                  </a:cubicBezTo>
                  <a:lnTo>
                    <a:pt x="2799298" y="400211"/>
                  </a:lnTo>
                  <a:cubicBezTo>
                    <a:pt x="2799298" y="353459"/>
                    <a:pt x="2789296" y="315691"/>
                    <a:pt x="2769217" y="286909"/>
                  </a:cubicBezTo>
                  <a:cubicBezTo>
                    <a:pt x="2749519" y="257822"/>
                    <a:pt x="2721194" y="243279"/>
                    <a:pt x="2684394" y="243279"/>
                  </a:cubicBezTo>
                  <a:cubicBezTo>
                    <a:pt x="2647595" y="243279"/>
                    <a:pt x="2619728" y="257822"/>
                    <a:pt x="2599954" y="286909"/>
                  </a:cubicBezTo>
                  <a:cubicBezTo>
                    <a:pt x="2580485" y="315691"/>
                    <a:pt x="2570789" y="353459"/>
                    <a:pt x="2570789" y="400211"/>
                  </a:cubicBezTo>
                  <a:close/>
                  <a:moveTo>
                    <a:pt x="2492150" y="409043"/>
                  </a:moveTo>
                  <a:lnTo>
                    <a:pt x="2492150" y="400211"/>
                  </a:lnTo>
                  <a:cubicBezTo>
                    <a:pt x="2492150" y="335565"/>
                    <a:pt x="2509558" y="282950"/>
                    <a:pt x="2544296" y="242441"/>
                  </a:cubicBezTo>
                  <a:cubicBezTo>
                    <a:pt x="2579034" y="201933"/>
                    <a:pt x="2625912" y="181603"/>
                    <a:pt x="2684852" y="181603"/>
                  </a:cubicBezTo>
                  <a:cubicBezTo>
                    <a:pt x="2743793" y="181603"/>
                    <a:pt x="2790671" y="201857"/>
                    <a:pt x="2825409" y="242441"/>
                  </a:cubicBezTo>
                  <a:cubicBezTo>
                    <a:pt x="2860147" y="282721"/>
                    <a:pt x="2877555" y="335260"/>
                    <a:pt x="2877555" y="400211"/>
                  </a:cubicBezTo>
                  <a:lnTo>
                    <a:pt x="2877555" y="409043"/>
                  </a:lnTo>
                  <a:cubicBezTo>
                    <a:pt x="2877555" y="474298"/>
                    <a:pt x="2860147" y="526990"/>
                    <a:pt x="2825409" y="567270"/>
                  </a:cubicBezTo>
                  <a:cubicBezTo>
                    <a:pt x="2790900" y="607245"/>
                    <a:pt x="2744099" y="627195"/>
                    <a:pt x="2684852" y="627195"/>
                  </a:cubicBezTo>
                  <a:cubicBezTo>
                    <a:pt x="2625607" y="627195"/>
                    <a:pt x="2579111" y="607093"/>
                    <a:pt x="2544296" y="566813"/>
                  </a:cubicBezTo>
                  <a:cubicBezTo>
                    <a:pt x="2509558" y="526533"/>
                    <a:pt x="2492150" y="473994"/>
                    <a:pt x="2492150" y="409043"/>
                  </a:cubicBezTo>
                  <a:close/>
                  <a:moveTo>
                    <a:pt x="2955812" y="188608"/>
                  </a:moveTo>
                  <a:lnTo>
                    <a:pt x="3025670" y="188608"/>
                  </a:lnTo>
                  <a:lnTo>
                    <a:pt x="3031396" y="252492"/>
                  </a:lnTo>
                  <a:cubicBezTo>
                    <a:pt x="3061172" y="204598"/>
                    <a:pt x="3103698" y="180689"/>
                    <a:pt x="3159126" y="180689"/>
                  </a:cubicBezTo>
                  <a:cubicBezTo>
                    <a:pt x="3206233" y="180689"/>
                    <a:pt x="3242345" y="194471"/>
                    <a:pt x="3267388" y="222111"/>
                  </a:cubicBezTo>
                  <a:cubicBezTo>
                    <a:pt x="3292430" y="249446"/>
                    <a:pt x="3304951" y="291021"/>
                    <a:pt x="3304951" y="346834"/>
                  </a:cubicBezTo>
                  <a:lnTo>
                    <a:pt x="3304951" y="617905"/>
                  </a:lnTo>
                  <a:lnTo>
                    <a:pt x="3226770" y="617905"/>
                  </a:lnTo>
                  <a:lnTo>
                    <a:pt x="3226770" y="348585"/>
                  </a:lnTo>
                  <a:cubicBezTo>
                    <a:pt x="3226770" y="311275"/>
                    <a:pt x="3219365" y="284549"/>
                    <a:pt x="3204706" y="268330"/>
                  </a:cubicBezTo>
                  <a:cubicBezTo>
                    <a:pt x="3189971" y="252188"/>
                    <a:pt x="3166990" y="244116"/>
                    <a:pt x="3135764" y="244116"/>
                  </a:cubicBezTo>
                  <a:cubicBezTo>
                    <a:pt x="3113394" y="244116"/>
                    <a:pt x="3093467" y="249446"/>
                    <a:pt x="3076136" y="259954"/>
                  </a:cubicBezTo>
                  <a:cubicBezTo>
                    <a:pt x="3058728" y="270538"/>
                    <a:pt x="3044757" y="285538"/>
                    <a:pt x="3034144" y="304879"/>
                  </a:cubicBezTo>
                  <a:lnTo>
                    <a:pt x="3034144" y="617829"/>
                  </a:lnTo>
                  <a:lnTo>
                    <a:pt x="2955964" y="617829"/>
                  </a:lnTo>
                  <a:lnTo>
                    <a:pt x="2955964" y="188531"/>
                  </a:lnTo>
                  <a:close/>
                  <a:moveTo>
                    <a:pt x="3382291" y="412089"/>
                  </a:moveTo>
                  <a:cubicBezTo>
                    <a:pt x="3382291" y="341885"/>
                    <a:pt x="3397179" y="285919"/>
                    <a:pt x="3426955" y="244193"/>
                  </a:cubicBezTo>
                  <a:cubicBezTo>
                    <a:pt x="3456730" y="202466"/>
                    <a:pt x="3497348" y="181603"/>
                    <a:pt x="3548882" y="181603"/>
                  </a:cubicBezTo>
                  <a:cubicBezTo>
                    <a:pt x="3600417" y="181603"/>
                    <a:pt x="3640118" y="199801"/>
                    <a:pt x="3667756" y="236274"/>
                  </a:cubicBezTo>
                  <a:lnTo>
                    <a:pt x="3667756" y="0"/>
                  </a:lnTo>
                  <a:lnTo>
                    <a:pt x="3746395" y="0"/>
                  </a:lnTo>
                  <a:lnTo>
                    <a:pt x="3746395" y="618819"/>
                  </a:lnTo>
                  <a:lnTo>
                    <a:pt x="3682339" y="618819"/>
                  </a:lnTo>
                  <a:lnTo>
                    <a:pt x="3673024" y="565899"/>
                  </a:lnTo>
                  <a:cubicBezTo>
                    <a:pt x="3644470" y="606712"/>
                    <a:pt x="3603777" y="627195"/>
                    <a:pt x="3551096" y="627195"/>
                  </a:cubicBezTo>
                  <a:cubicBezTo>
                    <a:pt x="3498416" y="627195"/>
                    <a:pt x="3457112" y="608540"/>
                    <a:pt x="3427336" y="571229"/>
                  </a:cubicBezTo>
                  <a:cubicBezTo>
                    <a:pt x="3397561" y="533614"/>
                    <a:pt x="3382673" y="483360"/>
                    <a:pt x="3382673" y="420465"/>
                  </a:cubicBezTo>
                  <a:lnTo>
                    <a:pt x="3382215" y="412089"/>
                  </a:lnTo>
                  <a:close/>
                  <a:moveTo>
                    <a:pt x="3461388" y="412089"/>
                  </a:moveTo>
                  <a:lnTo>
                    <a:pt x="3461388" y="420465"/>
                  </a:lnTo>
                  <a:cubicBezTo>
                    <a:pt x="3461388" y="465390"/>
                    <a:pt x="3470397" y="500568"/>
                    <a:pt x="3488339" y="525771"/>
                  </a:cubicBezTo>
                  <a:cubicBezTo>
                    <a:pt x="3506586" y="551051"/>
                    <a:pt x="3533995" y="563691"/>
                    <a:pt x="3570489" y="563691"/>
                  </a:cubicBezTo>
                  <a:cubicBezTo>
                    <a:pt x="3614694" y="563691"/>
                    <a:pt x="3647371" y="543589"/>
                    <a:pt x="3668596" y="503309"/>
                  </a:cubicBezTo>
                  <a:lnTo>
                    <a:pt x="3668596" y="303204"/>
                  </a:lnTo>
                  <a:cubicBezTo>
                    <a:pt x="3646761" y="264447"/>
                    <a:pt x="3614389" y="245030"/>
                    <a:pt x="3571329" y="245030"/>
                  </a:cubicBezTo>
                  <a:cubicBezTo>
                    <a:pt x="3534529" y="245030"/>
                    <a:pt x="3506967" y="260030"/>
                    <a:pt x="3488720" y="289955"/>
                  </a:cubicBezTo>
                  <a:cubicBezTo>
                    <a:pt x="3470473" y="319651"/>
                    <a:pt x="3461311" y="360312"/>
                    <a:pt x="3461311" y="412013"/>
                  </a:cubicBezTo>
                  <a:close/>
                  <a:moveTo>
                    <a:pt x="3931157" y="537726"/>
                  </a:moveTo>
                  <a:lnTo>
                    <a:pt x="3931157" y="617981"/>
                  </a:lnTo>
                  <a:lnTo>
                    <a:pt x="3852976" y="617981"/>
                  </a:lnTo>
                  <a:lnTo>
                    <a:pt x="3852976" y="537726"/>
                  </a:lnTo>
                  <a:lnTo>
                    <a:pt x="3931157" y="537726"/>
                  </a:lnTo>
                  <a:close/>
                </a:path>
              </a:pathLst>
            </a:custGeom>
            <a:grpFill/>
            <a:ln w="7620" cap="flat">
              <a:noFill/>
              <a:prstDash val="solid"/>
              <a:miter/>
            </a:ln>
          </p:spPr>
          <p:txBody>
            <a:bodyPr/>
            <a:lstStyle/>
            <a:p>
              <a:endParaRPr lang="en-US" dirty="0"/>
            </a:p>
          </p:txBody>
        </p:sp>
        <p:sp>
          <p:nvSpPr>
            <p:cNvPr id="5" name="Freeform 4">
              <a:extLst>
                <a:ext uri="{FF2B5EF4-FFF2-40B4-BE49-F238E27FC236}">
                  <a16:creationId xmlns:a16="http://schemas.microsoft.com/office/drawing/2014/main" id="{9023220D-F524-649D-66C0-681FFBBEC65B}"/>
                </a:ext>
              </a:extLst>
            </p:cNvPr>
            <p:cNvSpPr/>
            <p:nvPr/>
          </p:nvSpPr>
          <p:spPr>
            <a:xfrm>
              <a:off x="9772" y="2251484"/>
              <a:ext cx="3340528" cy="1210911"/>
            </a:xfrm>
            <a:custGeom>
              <a:avLst/>
              <a:gdLst>
                <a:gd name="csX0" fmla="*/ 2601633 w 3340528"/>
                <a:gd name="csY0" fmla="*/ 1210912 h 1210911"/>
                <a:gd name="csX1" fmla="*/ 3340529 w 3340528"/>
                <a:gd name="csY1" fmla="*/ 1210912 h 1210911"/>
                <a:gd name="csX2" fmla="*/ 3340529 w 3340528"/>
                <a:gd name="csY2" fmla="*/ 989029 h 1210911"/>
                <a:gd name="csX3" fmla="*/ 2663399 w 3340528"/>
                <a:gd name="csY3" fmla="*/ 989029 h 1210911"/>
                <a:gd name="csX4" fmla="*/ 2663399 w 3340528"/>
                <a:gd name="csY4" fmla="*/ 0 h 1210911"/>
                <a:gd name="csX5" fmla="*/ 2406946 w 3340528"/>
                <a:gd name="csY5" fmla="*/ 0 h 1210911"/>
                <a:gd name="csX6" fmla="*/ 2406946 w 3340528"/>
                <a:gd name="csY6" fmla="*/ 1019487 h 1210911"/>
                <a:gd name="csX7" fmla="*/ 2601633 w 3340528"/>
                <a:gd name="csY7" fmla="*/ 1210835 h 1210911"/>
                <a:gd name="csX8" fmla="*/ 1029629 w 3340528"/>
                <a:gd name="csY8" fmla="*/ 1210912 h 1210911"/>
                <a:gd name="csX9" fmla="*/ 1029629 w 3340528"/>
                <a:gd name="csY9" fmla="*/ 1001212 h 1210911"/>
                <a:gd name="csX10" fmla="*/ 223394 w 3340528"/>
                <a:gd name="csY10" fmla="*/ 1001212 h 1210911"/>
                <a:gd name="csX11" fmla="*/ 223394 w 3340528"/>
                <a:gd name="csY11" fmla="*/ 709887 h 1210911"/>
                <a:gd name="csX12" fmla="*/ 1029629 w 3340528"/>
                <a:gd name="csY12" fmla="*/ 709887 h 1210911"/>
                <a:gd name="csX13" fmla="*/ 1029629 w 3340528"/>
                <a:gd name="csY13" fmla="*/ 500263 h 1210911"/>
                <a:gd name="csX14" fmla="*/ 223394 w 3340528"/>
                <a:gd name="csY14" fmla="*/ 500263 h 1210911"/>
                <a:gd name="csX15" fmla="*/ 223394 w 3340528"/>
                <a:gd name="csY15" fmla="*/ 208786 h 1210911"/>
                <a:gd name="csX16" fmla="*/ 1029629 w 3340528"/>
                <a:gd name="csY16" fmla="*/ 208786 h 1210911"/>
                <a:gd name="csX17" fmla="*/ 1029629 w 3340528"/>
                <a:gd name="csY17" fmla="*/ 0 h 1210911"/>
                <a:gd name="csX18" fmla="*/ 194611 w 3340528"/>
                <a:gd name="csY18" fmla="*/ 0 h 1210911"/>
                <a:gd name="csX19" fmla="*/ 0 w 3340528"/>
                <a:gd name="csY19" fmla="*/ 191349 h 1210911"/>
                <a:gd name="csX20" fmla="*/ 0 w 3340528"/>
                <a:gd name="csY20" fmla="*/ 1019487 h 1210911"/>
                <a:gd name="csX21" fmla="*/ 194687 w 3340528"/>
                <a:gd name="csY21" fmla="*/ 1210835 h 1210911"/>
                <a:gd name="csX22" fmla="*/ 1029629 w 3340528"/>
                <a:gd name="csY22" fmla="*/ 1210835 h 1210911"/>
                <a:gd name="csX23" fmla="*/ 2031619 w 3340528"/>
                <a:gd name="csY23" fmla="*/ 1210912 h 1210911"/>
                <a:gd name="csX24" fmla="*/ 2306701 w 3340528"/>
                <a:gd name="csY24" fmla="*/ 1210912 h 1210911"/>
                <a:gd name="csX25" fmla="*/ 1861974 w 3340528"/>
                <a:gd name="csY25" fmla="*/ 605494 h 1210911"/>
                <a:gd name="csX26" fmla="*/ 2306701 w 3340528"/>
                <a:gd name="csY26" fmla="*/ 0 h 1210911"/>
                <a:gd name="csX27" fmla="*/ 2031619 w 3340528"/>
                <a:gd name="csY27" fmla="*/ 0 h 1210911"/>
                <a:gd name="csX28" fmla="*/ 1718974 w 3340528"/>
                <a:gd name="csY28" fmla="*/ 429145 h 1210911"/>
                <a:gd name="csX29" fmla="*/ 1406253 w 3340528"/>
                <a:gd name="csY29" fmla="*/ 0 h 1210911"/>
                <a:gd name="csX30" fmla="*/ 1131171 w 3340528"/>
                <a:gd name="csY30" fmla="*/ 0 h 1210911"/>
                <a:gd name="csX31" fmla="*/ 1575898 w 3340528"/>
                <a:gd name="csY31" fmla="*/ 605418 h 1210911"/>
                <a:gd name="csX32" fmla="*/ 1131171 w 3340528"/>
                <a:gd name="csY32" fmla="*/ 1210835 h 1210911"/>
                <a:gd name="csX33" fmla="*/ 1406253 w 3340528"/>
                <a:gd name="csY33" fmla="*/ 1210835 h 1210911"/>
                <a:gd name="csX34" fmla="*/ 1718974 w 3340528"/>
                <a:gd name="csY34" fmla="*/ 781766 h 1210911"/>
                <a:gd name="csX35" fmla="*/ 2031619 w 3340528"/>
                <a:gd name="csY35" fmla="*/ 1210835 h 1210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340528" h="1210911">
                  <a:moveTo>
                    <a:pt x="2601633" y="1210912"/>
                  </a:moveTo>
                  <a:lnTo>
                    <a:pt x="3340529" y="1210912"/>
                  </a:lnTo>
                  <a:lnTo>
                    <a:pt x="3340529" y="989029"/>
                  </a:lnTo>
                  <a:lnTo>
                    <a:pt x="2663399" y="989029"/>
                  </a:lnTo>
                  <a:lnTo>
                    <a:pt x="2663399" y="0"/>
                  </a:lnTo>
                  <a:lnTo>
                    <a:pt x="2406946" y="0"/>
                  </a:lnTo>
                  <a:lnTo>
                    <a:pt x="2406946" y="1019487"/>
                  </a:lnTo>
                  <a:cubicBezTo>
                    <a:pt x="2406946" y="1125174"/>
                    <a:pt x="2494135" y="1210835"/>
                    <a:pt x="2601633" y="1210835"/>
                  </a:cubicBezTo>
                  <a:close/>
                  <a:moveTo>
                    <a:pt x="1029629" y="1210912"/>
                  </a:moveTo>
                  <a:lnTo>
                    <a:pt x="1029629" y="1001212"/>
                  </a:lnTo>
                  <a:lnTo>
                    <a:pt x="223394" y="1001212"/>
                  </a:lnTo>
                  <a:lnTo>
                    <a:pt x="223394" y="709887"/>
                  </a:lnTo>
                  <a:lnTo>
                    <a:pt x="1029629" y="709887"/>
                  </a:lnTo>
                  <a:lnTo>
                    <a:pt x="1029629" y="500263"/>
                  </a:lnTo>
                  <a:lnTo>
                    <a:pt x="223394" y="500263"/>
                  </a:lnTo>
                  <a:lnTo>
                    <a:pt x="223394" y="208786"/>
                  </a:lnTo>
                  <a:lnTo>
                    <a:pt x="1029629" y="208786"/>
                  </a:lnTo>
                  <a:lnTo>
                    <a:pt x="1029629" y="0"/>
                  </a:lnTo>
                  <a:lnTo>
                    <a:pt x="194611" y="0"/>
                  </a:lnTo>
                  <a:cubicBezTo>
                    <a:pt x="87113" y="0"/>
                    <a:pt x="0" y="85662"/>
                    <a:pt x="0" y="191349"/>
                  </a:cubicBezTo>
                  <a:lnTo>
                    <a:pt x="0" y="1019487"/>
                  </a:lnTo>
                  <a:cubicBezTo>
                    <a:pt x="0" y="1125174"/>
                    <a:pt x="87189" y="1210835"/>
                    <a:pt x="194687" y="1210835"/>
                  </a:cubicBezTo>
                  <a:lnTo>
                    <a:pt x="1029629" y="1210835"/>
                  </a:lnTo>
                  <a:close/>
                  <a:moveTo>
                    <a:pt x="2031619" y="1210912"/>
                  </a:moveTo>
                  <a:lnTo>
                    <a:pt x="2306701" y="1210912"/>
                  </a:lnTo>
                  <a:lnTo>
                    <a:pt x="1861974" y="605494"/>
                  </a:lnTo>
                  <a:lnTo>
                    <a:pt x="2306701" y="0"/>
                  </a:lnTo>
                  <a:lnTo>
                    <a:pt x="2031619" y="0"/>
                  </a:lnTo>
                  <a:lnTo>
                    <a:pt x="1718974" y="429145"/>
                  </a:lnTo>
                  <a:lnTo>
                    <a:pt x="1406253" y="0"/>
                  </a:lnTo>
                  <a:lnTo>
                    <a:pt x="1131171" y="0"/>
                  </a:lnTo>
                  <a:lnTo>
                    <a:pt x="1575898" y="605418"/>
                  </a:lnTo>
                  <a:lnTo>
                    <a:pt x="1131171" y="1210835"/>
                  </a:lnTo>
                  <a:lnTo>
                    <a:pt x="1406253" y="1210835"/>
                  </a:lnTo>
                  <a:lnTo>
                    <a:pt x="1718974" y="781766"/>
                  </a:lnTo>
                  <a:lnTo>
                    <a:pt x="2031619" y="1210835"/>
                  </a:lnTo>
                  <a:close/>
                </a:path>
              </a:pathLst>
            </a:custGeom>
            <a:solidFill>
              <a:schemeClr val="accent5"/>
            </a:solidFill>
            <a:ln w="7620" cap="flat">
              <a:noFill/>
              <a:prstDash val="solid"/>
              <a:miter/>
            </a:ln>
          </p:spPr>
          <p:txBody>
            <a:bodyPr/>
            <a:lstStyle/>
            <a:p>
              <a:endParaRPr lang="en-US"/>
            </a:p>
          </p:txBody>
        </p:sp>
      </p:grpSp>
    </p:spTree>
    <p:extLst>
      <p:ext uri="{BB962C8B-B14F-4D97-AF65-F5344CB8AC3E}">
        <p14:creationId xmlns:p14="http://schemas.microsoft.com/office/powerpoint/2010/main" val="4157958335"/>
      </p:ext>
    </p:extLst>
  </p:cSld>
  <p:clrMapOvr>
    <a:masterClrMapping/>
  </p:clrMapOvr>
  <p:transition spd="med"/>
  <p:extLst>
    <p:ext uri="{DCECCB84-F9BA-43D5-87BE-67443E8EF086}">
      <p15:sldGuideLst xmlns:p15="http://schemas.microsoft.com/office/powerpoint/2012/main">
        <p15:guide id="1" pos="288" userDrawn="1">
          <p15:clr>
            <a:srgbClr val="FBAE40"/>
          </p15:clr>
        </p15:guide>
        <p15:guide id="2" pos="3720" userDrawn="1">
          <p15:clr>
            <a:srgbClr val="FBAE40"/>
          </p15:clr>
        </p15:guide>
        <p15:guide id="3" pos="3840" userDrawn="1">
          <p15:clr>
            <a:srgbClr val="FBAE40"/>
          </p15:clr>
        </p15:guide>
        <p15:guide id="4" pos="3960" userDrawn="1">
          <p15:clr>
            <a:srgbClr val="FBAE40"/>
          </p15:clr>
        </p15:guide>
        <p15:guide id="5" pos="7395" userDrawn="1">
          <p15:clr>
            <a:srgbClr val="FBAE40"/>
          </p15:clr>
        </p15:guide>
        <p15:guide id="6" orient="horz" pos="289" userDrawn="1">
          <p15:clr>
            <a:srgbClr val="FBAE40"/>
          </p15:clr>
        </p15:guide>
        <p15:guide id="7" orient="horz" pos="799" userDrawn="1">
          <p15:clr>
            <a:srgbClr val="FBAE40"/>
          </p15:clr>
        </p15:guide>
        <p15:guide id="8" orient="horz" pos="993" userDrawn="1">
          <p15:clr>
            <a:srgbClr val="FBAE40"/>
          </p15:clr>
        </p15:guide>
        <p15:guide id="9" orient="horz" pos="3542" userDrawn="1">
          <p15:clr>
            <a:srgbClr val="FBAE40"/>
          </p15:clr>
        </p15:guide>
        <p15:guide id="10" orient="horz" pos="3585" userDrawn="1">
          <p15:clr>
            <a:srgbClr val="FBAE40"/>
          </p15:clr>
        </p15:guide>
        <p15:guide id="11" orient="horz" pos="3888" userDrawn="1">
          <p15:clr>
            <a:srgbClr val="FBAE40"/>
          </p15:clr>
        </p15:guide>
        <p15:guide id="12" orient="horz" pos="416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Contact Slide White">
    <p:bg>
      <p:bgPr>
        <a:solidFill>
          <a:schemeClr val="accent6"/>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B77188-67F0-FC31-B63B-55B6D051AD8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0800000" flipH="1">
            <a:off x="0" y="-2"/>
            <a:ext cx="12192000" cy="6929121"/>
          </a:xfrm>
          <a:prstGeom prst="rect">
            <a:avLst/>
          </a:prstGeom>
        </p:spPr>
      </p:pic>
      <p:sp>
        <p:nvSpPr>
          <p:cNvPr id="3" name="Slide Number">
            <a:extLst>
              <a:ext uri="{FF2B5EF4-FFF2-40B4-BE49-F238E27FC236}">
                <a16:creationId xmlns:a16="http://schemas.microsoft.com/office/drawing/2014/main" id="{74AD5483-8EAC-E9DC-78F1-57A1409A8391}"/>
              </a:ext>
            </a:extLst>
          </p:cNvPr>
          <p:cNvSpPr txBox="1">
            <a:spLocks/>
          </p:cNvSpPr>
          <p:nvPr userDrawn="1"/>
        </p:nvSpPr>
        <p:spPr>
          <a:xfrm>
            <a:off x="11804664" y="6439760"/>
            <a:ext cx="250567" cy="291149"/>
          </a:xfrm>
          <a:prstGeom prst="rect">
            <a:avLst/>
          </a:prstGeom>
        </p:spPr>
        <p:txBody>
          <a:bodyPr lIns="45719" tIns="45719" rIns="45719" bIns="45719"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800" b="0" i="0" u="none" strike="noStrike" cap="none" spc="0" normalizeH="0" baseline="0">
                <a:ln>
                  <a:noFill/>
                </a:ln>
                <a:solidFill>
                  <a:schemeClr val="bg1"/>
                </a:solidFill>
                <a:effectLst/>
                <a:uFillTx/>
                <a:latin typeface="Yantramanav" panose="02000000000000000000" pitchFamily="2" charset="0"/>
                <a:ea typeface="+mj-ea"/>
                <a:cs typeface="Yantramanav" panose="02000000000000000000" pitchFamily="2" charset="0"/>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z="1000" smtClean="0">
                <a:solidFill>
                  <a:schemeClr val="bg1"/>
                </a:solidFill>
                <a:latin typeface="Yantramanav Light" panose="02000000000000000000" pitchFamily="2" charset="0"/>
                <a:cs typeface="Yantramanav Light" panose="02000000000000000000" pitchFamily="2" charset="0"/>
              </a:rPr>
              <a:pPr/>
              <a:t>‹#›</a:t>
            </a:fld>
            <a:endParaRPr lang="en-US" sz="1000" dirty="0">
              <a:solidFill>
                <a:schemeClr val="bg1"/>
              </a:solidFill>
              <a:latin typeface="Yantramanav Light" panose="02000000000000000000" pitchFamily="2" charset="0"/>
              <a:cs typeface="Yantramanav Light" panose="02000000000000000000" pitchFamily="2" charset="0"/>
            </a:endParaRPr>
          </a:p>
        </p:txBody>
      </p:sp>
      <p:sp>
        <p:nvSpPr>
          <p:cNvPr id="16" name="Text Placeholder 3">
            <a:extLst>
              <a:ext uri="{FF2B5EF4-FFF2-40B4-BE49-F238E27FC236}">
                <a16:creationId xmlns:a16="http://schemas.microsoft.com/office/drawing/2014/main" id="{DE8EB621-4BAB-78E0-E671-58D611AB534A}"/>
              </a:ext>
            </a:extLst>
          </p:cNvPr>
          <p:cNvSpPr>
            <a:spLocks noGrp="1"/>
          </p:cNvSpPr>
          <p:nvPr>
            <p:ph type="body" sz="quarter" idx="36"/>
          </p:nvPr>
        </p:nvSpPr>
        <p:spPr>
          <a:xfrm>
            <a:off x="457200" y="2950146"/>
            <a:ext cx="3807870" cy="281143"/>
          </a:xfrm>
        </p:spPr>
        <p:txBody>
          <a:bodyPr/>
          <a:lstStyle>
            <a:lvl1pPr>
              <a:buNone/>
              <a:defRPr lang="en-US" sz="1600" b="1"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marL="228600" marR="0" lvl="0" indent="-228600" algn="l" defTabSz="914400" rtl="0" latinLnBrk="0">
              <a:lnSpc>
                <a:spcPct val="90000"/>
              </a:lnSpc>
              <a:spcBef>
                <a:spcPts val="1000"/>
              </a:spcBef>
              <a:spcAft>
                <a:spcPts val="0"/>
              </a:spcAft>
              <a:buClr>
                <a:srgbClr val="FB4D0A"/>
              </a:buClr>
              <a:buSzPct val="100000"/>
              <a:buFont typeface="Arial"/>
              <a:buNone/>
              <a:tabLst/>
            </a:pPr>
            <a:r>
              <a:rPr lang="en-US"/>
              <a:t>Click to edit Master text styles</a:t>
            </a:r>
          </a:p>
        </p:txBody>
      </p:sp>
      <p:sp>
        <p:nvSpPr>
          <p:cNvPr id="17" name="Text Placeholder 3">
            <a:extLst>
              <a:ext uri="{FF2B5EF4-FFF2-40B4-BE49-F238E27FC236}">
                <a16:creationId xmlns:a16="http://schemas.microsoft.com/office/drawing/2014/main" id="{06CA1BCB-7C31-75A5-8FD7-11328E754BBB}"/>
              </a:ext>
            </a:extLst>
          </p:cNvPr>
          <p:cNvSpPr>
            <a:spLocks noGrp="1"/>
          </p:cNvSpPr>
          <p:nvPr>
            <p:ph type="body" sz="quarter" idx="37"/>
          </p:nvPr>
        </p:nvSpPr>
        <p:spPr>
          <a:xfrm>
            <a:off x="457200" y="3235491"/>
            <a:ext cx="3807870" cy="281143"/>
          </a:xfrm>
        </p:spPr>
        <p:txBody>
          <a:bodyPr/>
          <a:lstStyle>
            <a:lvl1pPr>
              <a:buNone/>
              <a:defRPr lang="en-US" sz="1600" b="1"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lvl="0"/>
            <a:r>
              <a:rPr lang="en-US"/>
              <a:t>Click to edit Master text styles</a:t>
            </a:r>
          </a:p>
        </p:txBody>
      </p:sp>
      <p:sp>
        <p:nvSpPr>
          <p:cNvPr id="18" name="Text Placeholder 3">
            <a:extLst>
              <a:ext uri="{FF2B5EF4-FFF2-40B4-BE49-F238E27FC236}">
                <a16:creationId xmlns:a16="http://schemas.microsoft.com/office/drawing/2014/main" id="{5014C3B0-C099-A24F-6DC0-8A71D0A4F0E4}"/>
              </a:ext>
            </a:extLst>
          </p:cNvPr>
          <p:cNvSpPr>
            <a:spLocks noGrp="1"/>
          </p:cNvSpPr>
          <p:nvPr>
            <p:ph type="body" sz="quarter" idx="38"/>
          </p:nvPr>
        </p:nvSpPr>
        <p:spPr>
          <a:xfrm>
            <a:off x="457200" y="3527320"/>
            <a:ext cx="3807870" cy="623148"/>
          </a:xfrm>
        </p:spPr>
        <p:txBody>
          <a:bodyPr/>
          <a:lstStyle>
            <a:lvl1pPr marL="0" indent="0">
              <a:buNone/>
              <a:tabLst/>
              <a:defRPr lang="en-US" sz="1600" b="0"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lvl="0"/>
            <a:r>
              <a:rPr lang="en-US"/>
              <a:t>Click to edit Master text styles</a:t>
            </a:r>
          </a:p>
        </p:txBody>
      </p:sp>
      <p:sp>
        <p:nvSpPr>
          <p:cNvPr id="19" name="Text Placeholder 3">
            <a:extLst>
              <a:ext uri="{FF2B5EF4-FFF2-40B4-BE49-F238E27FC236}">
                <a16:creationId xmlns:a16="http://schemas.microsoft.com/office/drawing/2014/main" id="{C0819D90-102A-1987-5F9D-9B4A3D594F40}"/>
              </a:ext>
            </a:extLst>
          </p:cNvPr>
          <p:cNvSpPr>
            <a:spLocks noGrp="1"/>
          </p:cNvSpPr>
          <p:nvPr>
            <p:ph type="body" sz="quarter" idx="39"/>
          </p:nvPr>
        </p:nvSpPr>
        <p:spPr>
          <a:xfrm>
            <a:off x="457200" y="4553037"/>
            <a:ext cx="3807870" cy="1231677"/>
          </a:xfrm>
        </p:spPr>
        <p:txBody>
          <a:bodyPr/>
          <a:lstStyle>
            <a:lvl1pPr marL="0" indent="0">
              <a:buNone/>
              <a:tabLst/>
              <a:defRPr lang="en-US" sz="1600" b="0"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lvl="0"/>
            <a:r>
              <a:rPr lang="en-US"/>
              <a:t>Click to edit Master text styles</a:t>
            </a:r>
          </a:p>
        </p:txBody>
      </p:sp>
      <p:grpSp>
        <p:nvGrpSpPr>
          <p:cNvPr id="5" name="Graphic 3">
            <a:extLst>
              <a:ext uri="{FF2B5EF4-FFF2-40B4-BE49-F238E27FC236}">
                <a16:creationId xmlns:a16="http://schemas.microsoft.com/office/drawing/2014/main" id="{DA1A2695-8B4D-9ED8-8AD4-CC0E9EC2AA87}"/>
              </a:ext>
            </a:extLst>
          </p:cNvPr>
          <p:cNvGrpSpPr/>
          <p:nvPr/>
        </p:nvGrpSpPr>
        <p:grpSpPr>
          <a:xfrm>
            <a:off x="457172" y="1405813"/>
            <a:ext cx="1363022" cy="794609"/>
            <a:chOff x="457172" y="1405813"/>
            <a:chExt cx="1363022" cy="794609"/>
          </a:xfrm>
          <a:solidFill>
            <a:schemeClr val="bg1"/>
          </a:solidFill>
        </p:grpSpPr>
        <p:sp>
          <p:nvSpPr>
            <p:cNvPr id="10" name="Freeform 9">
              <a:extLst>
                <a:ext uri="{FF2B5EF4-FFF2-40B4-BE49-F238E27FC236}">
                  <a16:creationId xmlns:a16="http://schemas.microsoft.com/office/drawing/2014/main" id="{D0750A18-D41E-F4B7-47F0-76B54B9295A7}"/>
                </a:ext>
              </a:extLst>
            </p:cNvPr>
            <p:cNvSpPr/>
            <p:nvPr/>
          </p:nvSpPr>
          <p:spPr>
            <a:xfrm>
              <a:off x="457172" y="1919386"/>
              <a:ext cx="1363022" cy="281035"/>
            </a:xfrm>
            <a:custGeom>
              <a:avLst/>
              <a:gdLst>
                <a:gd name="csX0" fmla="*/ 153853 w 1363022"/>
                <a:gd name="csY0" fmla="*/ 114606 h 281035"/>
                <a:gd name="csX1" fmla="*/ 153853 w 1363022"/>
                <a:gd name="csY1" fmla="*/ 187815 h 281035"/>
                <a:gd name="csX2" fmla="*/ 127487 w 1363022"/>
                <a:gd name="csY2" fmla="*/ 208751 h 281035"/>
                <a:gd name="csX3" fmla="*/ 83068 w 1363022"/>
                <a:gd name="csY3" fmla="*/ 217304 h 281035"/>
                <a:gd name="csX4" fmla="*/ 23295 w 1363022"/>
                <a:gd name="csY4" fmla="*/ 194389 h 281035"/>
                <a:gd name="csX5" fmla="*/ 0 w 1363022"/>
                <a:gd name="csY5" fmla="*/ 134934 h 281035"/>
                <a:gd name="csX6" fmla="*/ 0 w 1363022"/>
                <a:gd name="csY6" fmla="*/ 93670 h 281035"/>
                <a:gd name="csX7" fmla="*/ 21760 w 1363022"/>
                <a:gd name="csY7" fmla="*/ 34215 h 281035"/>
                <a:gd name="csX8" fmla="*/ 78144 w 1363022"/>
                <a:gd name="csY8" fmla="*/ 11300 h 281035"/>
                <a:gd name="csX9" fmla="*/ 132543 w 1363022"/>
                <a:gd name="csY9" fmla="*/ 27958 h 281035"/>
                <a:gd name="csX10" fmla="*/ 152926 w 1363022"/>
                <a:gd name="csY10" fmla="*/ 71968 h 281035"/>
                <a:gd name="csX11" fmla="*/ 152609 w 1363022"/>
                <a:gd name="csY11" fmla="*/ 72734 h 281035"/>
                <a:gd name="csX12" fmla="*/ 126720 w 1363022"/>
                <a:gd name="csY12" fmla="*/ 72734 h 281035"/>
                <a:gd name="csX13" fmla="*/ 112928 w 1363022"/>
                <a:gd name="csY13" fmla="*/ 43693 h 281035"/>
                <a:gd name="csX14" fmla="*/ 77985 w 1363022"/>
                <a:gd name="csY14" fmla="*/ 32684 h 281035"/>
                <a:gd name="csX15" fmla="*/ 41375 w 1363022"/>
                <a:gd name="csY15" fmla="*/ 49792 h 281035"/>
                <a:gd name="csX16" fmla="*/ 27292 w 1363022"/>
                <a:gd name="csY16" fmla="*/ 93485 h 281035"/>
                <a:gd name="csX17" fmla="*/ 27292 w 1363022"/>
                <a:gd name="csY17" fmla="*/ 135066 h 281035"/>
                <a:gd name="csX18" fmla="*/ 42910 w 1363022"/>
                <a:gd name="csY18" fmla="*/ 179076 h 281035"/>
                <a:gd name="csX19" fmla="*/ 83068 w 1363022"/>
                <a:gd name="csY19" fmla="*/ 196184 h 281035"/>
                <a:gd name="csX20" fmla="*/ 110334 w 1363022"/>
                <a:gd name="csY20" fmla="*/ 192065 h 281035"/>
                <a:gd name="csX21" fmla="*/ 126587 w 1363022"/>
                <a:gd name="csY21" fmla="*/ 181373 h 281035"/>
                <a:gd name="csX22" fmla="*/ 126587 w 1363022"/>
                <a:gd name="csY22" fmla="*/ 135832 h 281035"/>
                <a:gd name="csX23" fmla="*/ 82618 w 1363022"/>
                <a:gd name="csY23" fmla="*/ 135832 h 281035"/>
                <a:gd name="csX24" fmla="*/ 82618 w 1363022"/>
                <a:gd name="csY24" fmla="*/ 114579 h 281035"/>
                <a:gd name="csX25" fmla="*/ 153853 w 1363022"/>
                <a:gd name="csY25" fmla="*/ 114579 h 281035"/>
                <a:gd name="csX26" fmla="*/ 210264 w 1363022"/>
                <a:gd name="csY26" fmla="*/ 138762 h 281035"/>
                <a:gd name="csX27" fmla="*/ 210264 w 1363022"/>
                <a:gd name="csY27" fmla="*/ 141825 h 281035"/>
                <a:gd name="csX28" fmla="*/ 220376 w 1363022"/>
                <a:gd name="csY28" fmla="*/ 181399 h 281035"/>
                <a:gd name="csX29" fmla="*/ 249786 w 1363022"/>
                <a:gd name="csY29" fmla="*/ 196237 h 281035"/>
                <a:gd name="csX30" fmla="*/ 279196 w 1363022"/>
                <a:gd name="csY30" fmla="*/ 181399 h 281035"/>
                <a:gd name="csX31" fmla="*/ 289467 w 1363022"/>
                <a:gd name="csY31" fmla="*/ 141825 h 281035"/>
                <a:gd name="csX32" fmla="*/ 289467 w 1363022"/>
                <a:gd name="csY32" fmla="*/ 138762 h 281035"/>
                <a:gd name="csX33" fmla="*/ 279037 w 1363022"/>
                <a:gd name="csY33" fmla="*/ 99504 h 281035"/>
                <a:gd name="csX34" fmla="*/ 249627 w 1363022"/>
                <a:gd name="csY34" fmla="*/ 84377 h 281035"/>
                <a:gd name="csX35" fmla="*/ 220350 w 1363022"/>
                <a:gd name="csY35" fmla="*/ 99504 h 281035"/>
                <a:gd name="csX36" fmla="*/ 210237 w 1363022"/>
                <a:gd name="csY36" fmla="*/ 138762 h 281035"/>
                <a:gd name="csX37" fmla="*/ 182972 w 1363022"/>
                <a:gd name="csY37" fmla="*/ 141798 h 281035"/>
                <a:gd name="csX38" fmla="*/ 182972 w 1363022"/>
                <a:gd name="csY38" fmla="*/ 138736 h 281035"/>
                <a:gd name="csX39" fmla="*/ 201052 w 1363022"/>
                <a:gd name="csY39" fmla="*/ 84034 h 281035"/>
                <a:gd name="csX40" fmla="*/ 249786 w 1363022"/>
                <a:gd name="csY40" fmla="*/ 62939 h 281035"/>
                <a:gd name="csX41" fmla="*/ 298520 w 1363022"/>
                <a:gd name="csY41" fmla="*/ 84034 h 281035"/>
                <a:gd name="csX42" fmla="*/ 316600 w 1363022"/>
                <a:gd name="csY42" fmla="*/ 138736 h 281035"/>
                <a:gd name="csX43" fmla="*/ 316600 w 1363022"/>
                <a:gd name="csY43" fmla="*/ 141798 h 281035"/>
                <a:gd name="csX44" fmla="*/ 298520 w 1363022"/>
                <a:gd name="csY44" fmla="*/ 196659 h 281035"/>
                <a:gd name="csX45" fmla="*/ 249786 w 1363022"/>
                <a:gd name="csY45" fmla="*/ 217436 h 281035"/>
                <a:gd name="csX46" fmla="*/ 201052 w 1363022"/>
                <a:gd name="csY46" fmla="*/ 196501 h 281035"/>
                <a:gd name="csX47" fmla="*/ 182972 w 1363022"/>
                <a:gd name="csY47" fmla="*/ 141798 h 281035"/>
                <a:gd name="csX48" fmla="*/ 500340 w 1363022"/>
                <a:gd name="csY48" fmla="*/ 120255 h 281035"/>
                <a:gd name="csX49" fmla="*/ 449329 w 1363022"/>
                <a:gd name="csY49" fmla="*/ 120255 h 281035"/>
                <a:gd name="csX50" fmla="*/ 449329 w 1363022"/>
                <a:gd name="csY50" fmla="*/ 192989 h 281035"/>
                <a:gd name="csX51" fmla="*/ 496369 w 1363022"/>
                <a:gd name="csY51" fmla="*/ 192989 h 281035"/>
                <a:gd name="csX52" fmla="*/ 525329 w 1363022"/>
                <a:gd name="csY52" fmla="*/ 183960 h 281035"/>
                <a:gd name="csX53" fmla="*/ 535600 w 1363022"/>
                <a:gd name="csY53" fmla="*/ 157375 h 281035"/>
                <a:gd name="csX54" fmla="*/ 526705 w 1363022"/>
                <a:gd name="csY54" fmla="*/ 130182 h 281035"/>
                <a:gd name="csX55" fmla="*/ 500340 w 1363022"/>
                <a:gd name="csY55" fmla="*/ 120255 h 281035"/>
                <a:gd name="csX56" fmla="*/ 449302 w 1363022"/>
                <a:gd name="csY56" fmla="*/ 35298 h 281035"/>
                <a:gd name="csX57" fmla="*/ 449302 w 1363022"/>
                <a:gd name="csY57" fmla="*/ 99188 h 281035"/>
                <a:gd name="csX58" fmla="*/ 493272 w 1363022"/>
                <a:gd name="csY58" fmla="*/ 99188 h 281035"/>
                <a:gd name="csX59" fmla="*/ 518102 w 1363022"/>
                <a:gd name="csY59" fmla="*/ 90792 h 281035"/>
                <a:gd name="csX60" fmla="*/ 527605 w 1363022"/>
                <a:gd name="csY60" fmla="*/ 67718 h 281035"/>
                <a:gd name="csX61" fmla="*/ 487766 w 1363022"/>
                <a:gd name="csY61" fmla="*/ 35324 h 281035"/>
                <a:gd name="csX62" fmla="*/ 449302 w 1363022"/>
                <a:gd name="csY62" fmla="*/ 35324 h 281035"/>
                <a:gd name="csX63" fmla="*/ 496342 w 1363022"/>
                <a:gd name="csY63" fmla="*/ 214242 h 281035"/>
                <a:gd name="csX64" fmla="*/ 422169 w 1363022"/>
                <a:gd name="csY64" fmla="*/ 214242 h 281035"/>
                <a:gd name="csX65" fmla="*/ 422169 w 1363022"/>
                <a:gd name="csY65" fmla="*/ 14045 h 281035"/>
                <a:gd name="csX66" fmla="*/ 487766 w 1363022"/>
                <a:gd name="csY66" fmla="*/ 14045 h 281035"/>
                <a:gd name="csX67" fmla="*/ 537241 w 1363022"/>
                <a:gd name="csY67" fmla="*/ 27800 h 281035"/>
                <a:gd name="csX68" fmla="*/ 554712 w 1363022"/>
                <a:gd name="csY68" fmla="*/ 68140 h 281035"/>
                <a:gd name="csX69" fmla="*/ 546294 w 1363022"/>
                <a:gd name="csY69" fmla="*/ 91980 h 281035"/>
                <a:gd name="csX70" fmla="*/ 523608 w 1363022"/>
                <a:gd name="csY70" fmla="*/ 107557 h 281035"/>
                <a:gd name="csX71" fmla="*/ 552118 w 1363022"/>
                <a:gd name="csY71" fmla="*/ 125271 h 281035"/>
                <a:gd name="csX72" fmla="*/ 562680 w 1363022"/>
                <a:gd name="csY72" fmla="*/ 157665 h 281035"/>
                <a:gd name="csX73" fmla="*/ 545050 w 1363022"/>
                <a:gd name="csY73" fmla="*/ 199695 h 281035"/>
                <a:gd name="csX74" fmla="*/ 496316 w 1363022"/>
                <a:gd name="csY74" fmla="*/ 214216 h 281035"/>
                <a:gd name="csX75" fmla="*/ 682835 w 1363022"/>
                <a:gd name="csY75" fmla="*/ 121787 h 281035"/>
                <a:gd name="csX76" fmla="*/ 674099 w 1363022"/>
                <a:gd name="csY76" fmla="*/ 94752 h 281035"/>
                <a:gd name="csX77" fmla="*/ 648978 w 1363022"/>
                <a:gd name="csY77" fmla="*/ 84350 h 281035"/>
                <a:gd name="csX78" fmla="*/ 625683 w 1363022"/>
                <a:gd name="csY78" fmla="*/ 95650 h 281035"/>
                <a:gd name="csX79" fmla="*/ 613744 w 1363022"/>
                <a:gd name="csY79" fmla="*/ 124532 h 281035"/>
                <a:gd name="csX80" fmla="*/ 614062 w 1363022"/>
                <a:gd name="csY80" fmla="*/ 125298 h 281035"/>
                <a:gd name="csX81" fmla="*/ 682861 w 1363022"/>
                <a:gd name="csY81" fmla="*/ 125298 h 281035"/>
                <a:gd name="csX82" fmla="*/ 682861 w 1363022"/>
                <a:gd name="csY82" fmla="*/ 121787 h 281035"/>
                <a:gd name="csX83" fmla="*/ 653107 w 1363022"/>
                <a:gd name="csY83" fmla="*/ 217463 h 281035"/>
                <a:gd name="csX84" fmla="*/ 603446 w 1363022"/>
                <a:gd name="csY84" fmla="*/ 196976 h 281035"/>
                <a:gd name="csX85" fmla="*/ 585049 w 1363022"/>
                <a:gd name="csY85" fmla="*/ 143039 h 281035"/>
                <a:gd name="csX86" fmla="*/ 585049 w 1363022"/>
                <a:gd name="csY86" fmla="*/ 136941 h 281035"/>
                <a:gd name="csX87" fmla="*/ 603738 w 1363022"/>
                <a:gd name="csY87" fmla="*/ 84377 h 281035"/>
                <a:gd name="csX88" fmla="*/ 648951 w 1363022"/>
                <a:gd name="csY88" fmla="*/ 62992 h 281035"/>
                <a:gd name="csX89" fmla="*/ 694297 w 1363022"/>
                <a:gd name="csY89" fmla="*/ 80865 h 281035"/>
                <a:gd name="csX90" fmla="*/ 710074 w 1363022"/>
                <a:gd name="csY90" fmla="*/ 129601 h 281035"/>
                <a:gd name="csX91" fmla="*/ 710074 w 1363022"/>
                <a:gd name="csY91" fmla="*/ 146550 h 281035"/>
                <a:gd name="csX92" fmla="*/ 613241 w 1363022"/>
                <a:gd name="csY92" fmla="*/ 146550 h 281035"/>
                <a:gd name="csX93" fmla="*/ 612791 w 1363022"/>
                <a:gd name="csY93" fmla="*/ 147158 h 281035"/>
                <a:gd name="csX94" fmla="*/ 623830 w 1363022"/>
                <a:gd name="csY94" fmla="*/ 182772 h 281035"/>
                <a:gd name="csX95" fmla="*/ 653107 w 1363022"/>
                <a:gd name="csY95" fmla="*/ 196210 h 281035"/>
                <a:gd name="csX96" fmla="*/ 695409 w 1363022"/>
                <a:gd name="csY96" fmla="*/ 181531 h 281035"/>
                <a:gd name="csX97" fmla="*/ 706130 w 1363022"/>
                <a:gd name="csY97" fmla="*/ 199114 h 281035"/>
                <a:gd name="csX98" fmla="*/ 705971 w 1363022"/>
                <a:gd name="csY98" fmla="*/ 199114 h 281035"/>
                <a:gd name="csX99" fmla="*/ 653107 w 1363022"/>
                <a:gd name="csY99" fmla="*/ 217463 h 281035"/>
                <a:gd name="csX100" fmla="*/ 745334 w 1363022"/>
                <a:gd name="csY100" fmla="*/ 281036 h 281035"/>
                <a:gd name="csX101" fmla="*/ 729239 w 1363022"/>
                <a:gd name="csY101" fmla="*/ 278897 h 281035"/>
                <a:gd name="csX102" fmla="*/ 731993 w 1363022"/>
                <a:gd name="csY102" fmla="*/ 257513 h 281035"/>
                <a:gd name="csX103" fmla="*/ 744090 w 1363022"/>
                <a:gd name="csY103" fmla="*/ 258278 h 281035"/>
                <a:gd name="csX104" fmla="*/ 757432 w 1363022"/>
                <a:gd name="csY104" fmla="*/ 251546 h 281035"/>
                <a:gd name="csX105" fmla="*/ 767385 w 1363022"/>
                <a:gd name="csY105" fmla="*/ 233515 h 281035"/>
                <a:gd name="csX106" fmla="*/ 773818 w 1363022"/>
                <a:gd name="csY106" fmla="*/ 217938 h 281035"/>
                <a:gd name="csX107" fmla="*/ 718360 w 1363022"/>
                <a:gd name="csY107" fmla="*/ 72153 h 281035"/>
                <a:gd name="csX108" fmla="*/ 748696 w 1363022"/>
                <a:gd name="csY108" fmla="*/ 72153 h 281035"/>
                <a:gd name="csX109" fmla="*/ 780409 w 1363022"/>
                <a:gd name="csY109" fmla="*/ 165823 h 281035"/>
                <a:gd name="csX110" fmla="*/ 785147 w 1363022"/>
                <a:gd name="csY110" fmla="*/ 184462 h 281035"/>
                <a:gd name="csX111" fmla="*/ 786074 w 1363022"/>
                <a:gd name="csY111" fmla="*/ 184462 h 281035"/>
                <a:gd name="csX112" fmla="*/ 822684 w 1363022"/>
                <a:gd name="csY112" fmla="*/ 72153 h 281035"/>
                <a:gd name="csX113" fmla="*/ 852862 w 1363022"/>
                <a:gd name="csY113" fmla="*/ 72153 h 281035"/>
                <a:gd name="csX114" fmla="*/ 790204 w 1363022"/>
                <a:gd name="csY114" fmla="*/ 243758 h 281035"/>
                <a:gd name="csX115" fmla="*/ 745308 w 1363022"/>
                <a:gd name="csY115" fmla="*/ 281036 h 281035"/>
                <a:gd name="csX116" fmla="*/ 891378 w 1363022"/>
                <a:gd name="csY116" fmla="*/ 138762 h 281035"/>
                <a:gd name="csX117" fmla="*/ 891378 w 1363022"/>
                <a:gd name="csY117" fmla="*/ 141825 h 281035"/>
                <a:gd name="csX118" fmla="*/ 901490 w 1363022"/>
                <a:gd name="csY118" fmla="*/ 181399 h 281035"/>
                <a:gd name="csX119" fmla="*/ 930900 w 1363022"/>
                <a:gd name="csY119" fmla="*/ 196237 h 281035"/>
                <a:gd name="csX120" fmla="*/ 960310 w 1363022"/>
                <a:gd name="csY120" fmla="*/ 181399 h 281035"/>
                <a:gd name="csX121" fmla="*/ 970581 w 1363022"/>
                <a:gd name="csY121" fmla="*/ 141825 h 281035"/>
                <a:gd name="csX122" fmla="*/ 970581 w 1363022"/>
                <a:gd name="csY122" fmla="*/ 138762 h 281035"/>
                <a:gd name="csX123" fmla="*/ 960151 w 1363022"/>
                <a:gd name="csY123" fmla="*/ 99504 h 281035"/>
                <a:gd name="csX124" fmla="*/ 930741 w 1363022"/>
                <a:gd name="csY124" fmla="*/ 84377 h 281035"/>
                <a:gd name="csX125" fmla="*/ 901464 w 1363022"/>
                <a:gd name="csY125" fmla="*/ 99504 h 281035"/>
                <a:gd name="csX126" fmla="*/ 891351 w 1363022"/>
                <a:gd name="csY126" fmla="*/ 138762 h 281035"/>
                <a:gd name="csX127" fmla="*/ 864086 w 1363022"/>
                <a:gd name="csY127" fmla="*/ 141798 h 281035"/>
                <a:gd name="csX128" fmla="*/ 864086 w 1363022"/>
                <a:gd name="csY128" fmla="*/ 138736 h 281035"/>
                <a:gd name="csX129" fmla="*/ 882166 w 1363022"/>
                <a:gd name="csY129" fmla="*/ 84034 h 281035"/>
                <a:gd name="csX130" fmla="*/ 930900 w 1363022"/>
                <a:gd name="csY130" fmla="*/ 62939 h 281035"/>
                <a:gd name="csX131" fmla="*/ 979634 w 1363022"/>
                <a:gd name="csY131" fmla="*/ 84034 h 281035"/>
                <a:gd name="csX132" fmla="*/ 997714 w 1363022"/>
                <a:gd name="csY132" fmla="*/ 138736 h 281035"/>
                <a:gd name="csX133" fmla="*/ 997714 w 1363022"/>
                <a:gd name="csY133" fmla="*/ 141798 h 281035"/>
                <a:gd name="csX134" fmla="*/ 979634 w 1363022"/>
                <a:gd name="csY134" fmla="*/ 196659 h 281035"/>
                <a:gd name="csX135" fmla="*/ 930900 w 1363022"/>
                <a:gd name="csY135" fmla="*/ 217436 h 281035"/>
                <a:gd name="csX136" fmla="*/ 882166 w 1363022"/>
                <a:gd name="csY136" fmla="*/ 196501 h 281035"/>
                <a:gd name="csX137" fmla="*/ 864086 w 1363022"/>
                <a:gd name="csY137" fmla="*/ 141798 h 281035"/>
                <a:gd name="csX138" fmla="*/ 1024848 w 1363022"/>
                <a:gd name="csY138" fmla="*/ 65421 h 281035"/>
                <a:gd name="csX139" fmla="*/ 1049069 w 1363022"/>
                <a:gd name="csY139" fmla="*/ 65421 h 281035"/>
                <a:gd name="csX140" fmla="*/ 1051055 w 1363022"/>
                <a:gd name="csY140" fmla="*/ 87571 h 281035"/>
                <a:gd name="csX141" fmla="*/ 1095342 w 1363022"/>
                <a:gd name="csY141" fmla="*/ 62675 h 281035"/>
                <a:gd name="csX142" fmla="*/ 1132878 w 1363022"/>
                <a:gd name="csY142" fmla="*/ 77037 h 281035"/>
                <a:gd name="csX143" fmla="*/ 1145902 w 1363022"/>
                <a:gd name="csY143" fmla="*/ 120282 h 281035"/>
                <a:gd name="csX144" fmla="*/ 1145902 w 1363022"/>
                <a:gd name="csY144" fmla="*/ 214268 h 281035"/>
                <a:gd name="csX145" fmla="*/ 1118795 w 1363022"/>
                <a:gd name="csY145" fmla="*/ 214268 h 281035"/>
                <a:gd name="csX146" fmla="*/ 1118795 w 1363022"/>
                <a:gd name="csY146" fmla="*/ 120889 h 281035"/>
                <a:gd name="csX147" fmla="*/ 1111145 w 1363022"/>
                <a:gd name="csY147" fmla="*/ 93063 h 281035"/>
                <a:gd name="csX148" fmla="*/ 1087241 w 1363022"/>
                <a:gd name="csY148" fmla="*/ 84667 h 281035"/>
                <a:gd name="csX149" fmla="*/ 1066567 w 1363022"/>
                <a:gd name="csY149" fmla="*/ 90158 h 281035"/>
                <a:gd name="csX150" fmla="*/ 1052008 w 1363022"/>
                <a:gd name="csY150" fmla="*/ 105735 h 281035"/>
                <a:gd name="csX151" fmla="*/ 1052008 w 1363022"/>
                <a:gd name="csY151" fmla="*/ 214242 h 281035"/>
                <a:gd name="csX152" fmla="*/ 1024901 w 1363022"/>
                <a:gd name="csY152" fmla="*/ 214242 h 281035"/>
                <a:gd name="csX153" fmla="*/ 1024901 w 1363022"/>
                <a:gd name="csY153" fmla="*/ 65395 h 281035"/>
                <a:gd name="csX154" fmla="*/ 1172718 w 1363022"/>
                <a:gd name="csY154" fmla="*/ 142881 h 281035"/>
                <a:gd name="csX155" fmla="*/ 1188204 w 1363022"/>
                <a:gd name="csY155" fmla="*/ 84667 h 281035"/>
                <a:gd name="csX156" fmla="*/ 1230479 w 1363022"/>
                <a:gd name="csY156" fmla="*/ 62966 h 281035"/>
                <a:gd name="csX157" fmla="*/ 1271695 w 1363022"/>
                <a:gd name="csY157" fmla="*/ 81921 h 281035"/>
                <a:gd name="csX158" fmla="*/ 1271695 w 1363022"/>
                <a:gd name="csY158" fmla="*/ 0 h 281035"/>
                <a:gd name="csX159" fmla="*/ 1298961 w 1363022"/>
                <a:gd name="csY159" fmla="*/ 0 h 281035"/>
                <a:gd name="csX160" fmla="*/ 1298961 w 1363022"/>
                <a:gd name="csY160" fmla="*/ 214559 h 281035"/>
                <a:gd name="csX161" fmla="*/ 1276751 w 1363022"/>
                <a:gd name="csY161" fmla="*/ 214559 h 281035"/>
                <a:gd name="csX162" fmla="*/ 1273522 w 1363022"/>
                <a:gd name="csY162" fmla="*/ 196210 h 281035"/>
                <a:gd name="csX163" fmla="*/ 1231247 w 1363022"/>
                <a:gd name="csY163" fmla="*/ 217463 h 281035"/>
                <a:gd name="csX164" fmla="*/ 1188336 w 1363022"/>
                <a:gd name="csY164" fmla="*/ 198058 h 281035"/>
                <a:gd name="csX165" fmla="*/ 1172850 w 1363022"/>
                <a:gd name="csY165" fmla="*/ 145785 h 281035"/>
                <a:gd name="csX166" fmla="*/ 1172692 w 1363022"/>
                <a:gd name="csY166" fmla="*/ 142881 h 281035"/>
                <a:gd name="csX167" fmla="*/ 1200143 w 1363022"/>
                <a:gd name="csY167" fmla="*/ 142881 h 281035"/>
                <a:gd name="csX168" fmla="*/ 1200143 w 1363022"/>
                <a:gd name="csY168" fmla="*/ 145785 h 281035"/>
                <a:gd name="csX169" fmla="*/ 1209487 w 1363022"/>
                <a:gd name="csY169" fmla="*/ 182297 h 281035"/>
                <a:gd name="csX170" fmla="*/ 1237971 w 1363022"/>
                <a:gd name="csY170" fmla="*/ 195445 h 281035"/>
                <a:gd name="csX171" fmla="*/ 1271987 w 1363022"/>
                <a:gd name="csY171" fmla="*/ 174509 h 281035"/>
                <a:gd name="csX172" fmla="*/ 1271987 w 1363022"/>
                <a:gd name="csY172" fmla="*/ 105128 h 281035"/>
                <a:gd name="csX173" fmla="*/ 1238262 w 1363022"/>
                <a:gd name="csY173" fmla="*/ 84958 h 281035"/>
                <a:gd name="csX174" fmla="*/ 1209619 w 1363022"/>
                <a:gd name="csY174" fmla="*/ 100534 h 281035"/>
                <a:gd name="csX175" fmla="*/ 1200116 w 1363022"/>
                <a:gd name="csY175" fmla="*/ 142854 h 281035"/>
                <a:gd name="csX176" fmla="*/ 1363022 w 1363022"/>
                <a:gd name="csY176" fmla="*/ 186442 h 281035"/>
                <a:gd name="csX177" fmla="*/ 1363022 w 1363022"/>
                <a:gd name="csY177" fmla="*/ 214268 h 281035"/>
                <a:gd name="csX178" fmla="*/ 1335915 w 1363022"/>
                <a:gd name="csY178" fmla="*/ 214268 h 281035"/>
                <a:gd name="csX179" fmla="*/ 1335915 w 1363022"/>
                <a:gd name="csY179" fmla="*/ 186442 h 281035"/>
                <a:gd name="csX180" fmla="*/ 1363022 w 1363022"/>
                <a:gd name="csY180" fmla="*/ 186442 h 2810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Lst>
              <a:rect l="l" t="t" r="r" b="b"/>
              <a:pathLst>
                <a:path w="1363022" h="281035">
                  <a:moveTo>
                    <a:pt x="153853" y="114606"/>
                  </a:moveTo>
                  <a:lnTo>
                    <a:pt x="153853" y="187815"/>
                  </a:lnTo>
                  <a:cubicBezTo>
                    <a:pt x="148453" y="196078"/>
                    <a:pt x="139664" y="203048"/>
                    <a:pt x="127487" y="208751"/>
                  </a:cubicBezTo>
                  <a:cubicBezTo>
                    <a:pt x="115337" y="214453"/>
                    <a:pt x="100513" y="217304"/>
                    <a:pt x="83068" y="217304"/>
                  </a:cubicBezTo>
                  <a:cubicBezTo>
                    <a:pt x="58846" y="217304"/>
                    <a:pt x="38940" y="209675"/>
                    <a:pt x="23295" y="194389"/>
                  </a:cubicBezTo>
                  <a:cubicBezTo>
                    <a:pt x="7756" y="178997"/>
                    <a:pt x="0" y="159196"/>
                    <a:pt x="0" y="134934"/>
                  </a:cubicBezTo>
                  <a:lnTo>
                    <a:pt x="0" y="93670"/>
                  </a:lnTo>
                  <a:cubicBezTo>
                    <a:pt x="0" y="69223"/>
                    <a:pt x="7253" y="49396"/>
                    <a:pt x="21760" y="34215"/>
                  </a:cubicBezTo>
                  <a:cubicBezTo>
                    <a:pt x="36372" y="18929"/>
                    <a:pt x="55167" y="11300"/>
                    <a:pt x="78144" y="11300"/>
                  </a:cubicBezTo>
                  <a:cubicBezTo>
                    <a:pt x="101121" y="11300"/>
                    <a:pt x="119255" y="16844"/>
                    <a:pt x="132543" y="27958"/>
                  </a:cubicBezTo>
                  <a:cubicBezTo>
                    <a:pt x="145938" y="39073"/>
                    <a:pt x="152715" y="53726"/>
                    <a:pt x="152926" y="71968"/>
                  </a:cubicBezTo>
                  <a:lnTo>
                    <a:pt x="152609" y="72734"/>
                  </a:lnTo>
                  <a:lnTo>
                    <a:pt x="126720" y="72734"/>
                  </a:lnTo>
                  <a:cubicBezTo>
                    <a:pt x="125793" y="60616"/>
                    <a:pt x="121213" y="50927"/>
                    <a:pt x="112928" y="43693"/>
                  </a:cubicBezTo>
                  <a:cubicBezTo>
                    <a:pt x="104748" y="36354"/>
                    <a:pt x="93101" y="32684"/>
                    <a:pt x="77985" y="32684"/>
                  </a:cubicBezTo>
                  <a:cubicBezTo>
                    <a:pt x="62870" y="32684"/>
                    <a:pt x="50773" y="38387"/>
                    <a:pt x="41375" y="49792"/>
                  </a:cubicBezTo>
                  <a:cubicBezTo>
                    <a:pt x="31978" y="61091"/>
                    <a:pt x="27292" y="75665"/>
                    <a:pt x="27292" y="93485"/>
                  </a:cubicBezTo>
                  <a:lnTo>
                    <a:pt x="27292" y="135066"/>
                  </a:lnTo>
                  <a:cubicBezTo>
                    <a:pt x="27292" y="152887"/>
                    <a:pt x="32507" y="167565"/>
                    <a:pt x="42910" y="179076"/>
                  </a:cubicBezTo>
                  <a:cubicBezTo>
                    <a:pt x="53340" y="190481"/>
                    <a:pt x="66708" y="196184"/>
                    <a:pt x="83068" y="196184"/>
                  </a:cubicBezTo>
                  <a:cubicBezTo>
                    <a:pt x="93789" y="196184"/>
                    <a:pt x="102895" y="194811"/>
                    <a:pt x="110334" y="192065"/>
                  </a:cubicBezTo>
                  <a:cubicBezTo>
                    <a:pt x="117799" y="189214"/>
                    <a:pt x="123199" y="185650"/>
                    <a:pt x="126587" y="181373"/>
                  </a:cubicBezTo>
                  <a:lnTo>
                    <a:pt x="126587" y="135832"/>
                  </a:lnTo>
                  <a:lnTo>
                    <a:pt x="82618" y="135832"/>
                  </a:lnTo>
                  <a:lnTo>
                    <a:pt x="82618" y="114579"/>
                  </a:lnTo>
                  <a:lnTo>
                    <a:pt x="153853" y="114579"/>
                  </a:lnTo>
                  <a:close/>
                  <a:moveTo>
                    <a:pt x="210264" y="138762"/>
                  </a:moveTo>
                  <a:lnTo>
                    <a:pt x="210264" y="141825"/>
                  </a:lnTo>
                  <a:cubicBezTo>
                    <a:pt x="210264" y="158325"/>
                    <a:pt x="213652" y="171526"/>
                    <a:pt x="220376" y="181399"/>
                  </a:cubicBezTo>
                  <a:cubicBezTo>
                    <a:pt x="227206" y="191273"/>
                    <a:pt x="237027" y="196237"/>
                    <a:pt x="249786" y="196237"/>
                  </a:cubicBezTo>
                  <a:cubicBezTo>
                    <a:pt x="262545" y="196237"/>
                    <a:pt x="272366" y="191300"/>
                    <a:pt x="279196" y="181399"/>
                  </a:cubicBezTo>
                  <a:cubicBezTo>
                    <a:pt x="286026" y="171420"/>
                    <a:pt x="289467" y="158220"/>
                    <a:pt x="289467" y="141825"/>
                  </a:cubicBezTo>
                  <a:lnTo>
                    <a:pt x="289467" y="138762"/>
                  </a:lnTo>
                  <a:cubicBezTo>
                    <a:pt x="289467" y="122552"/>
                    <a:pt x="285999" y="109484"/>
                    <a:pt x="279037" y="99504"/>
                  </a:cubicBezTo>
                  <a:cubicBezTo>
                    <a:pt x="272207" y="89419"/>
                    <a:pt x="262386" y="84377"/>
                    <a:pt x="249627" y="84377"/>
                  </a:cubicBezTo>
                  <a:cubicBezTo>
                    <a:pt x="236868" y="84377"/>
                    <a:pt x="227206" y="89419"/>
                    <a:pt x="220350" y="99504"/>
                  </a:cubicBezTo>
                  <a:cubicBezTo>
                    <a:pt x="213599" y="109484"/>
                    <a:pt x="210237" y="122579"/>
                    <a:pt x="210237" y="138762"/>
                  </a:cubicBezTo>
                  <a:close/>
                  <a:moveTo>
                    <a:pt x="182972" y="141798"/>
                  </a:moveTo>
                  <a:lnTo>
                    <a:pt x="182972" y="138736"/>
                  </a:lnTo>
                  <a:cubicBezTo>
                    <a:pt x="182972" y="116322"/>
                    <a:pt x="189007" y="98079"/>
                    <a:pt x="201052" y="84034"/>
                  </a:cubicBezTo>
                  <a:cubicBezTo>
                    <a:pt x="213096" y="69962"/>
                    <a:pt x="229350" y="62939"/>
                    <a:pt x="249786" y="62939"/>
                  </a:cubicBezTo>
                  <a:cubicBezTo>
                    <a:pt x="270222" y="62939"/>
                    <a:pt x="286449" y="69962"/>
                    <a:pt x="298520" y="84034"/>
                  </a:cubicBezTo>
                  <a:cubicBezTo>
                    <a:pt x="310591" y="98000"/>
                    <a:pt x="316600" y="116216"/>
                    <a:pt x="316600" y="138736"/>
                  </a:cubicBezTo>
                  <a:lnTo>
                    <a:pt x="316600" y="141798"/>
                  </a:lnTo>
                  <a:cubicBezTo>
                    <a:pt x="316600" y="164424"/>
                    <a:pt x="310565" y="182693"/>
                    <a:pt x="298520" y="196659"/>
                  </a:cubicBezTo>
                  <a:cubicBezTo>
                    <a:pt x="286581" y="210519"/>
                    <a:pt x="270328" y="217436"/>
                    <a:pt x="249786" y="217436"/>
                  </a:cubicBezTo>
                  <a:cubicBezTo>
                    <a:pt x="229244" y="217436"/>
                    <a:pt x="213123" y="210467"/>
                    <a:pt x="201052" y="196501"/>
                  </a:cubicBezTo>
                  <a:cubicBezTo>
                    <a:pt x="189007" y="182535"/>
                    <a:pt x="182972" y="164318"/>
                    <a:pt x="182972" y="141798"/>
                  </a:cubicBezTo>
                  <a:close/>
                  <a:moveTo>
                    <a:pt x="500340" y="120255"/>
                  </a:moveTo>
                  <a:lnTo>
                    <a:pt x="449329" y="120255"/>
                  </a:lnTo>
                  <a:lnTo>
                    <a:pt x="449329" y="192989"/>
                  </a:lnTo>
                  <a:lnTo>
                    <a:pt x="496369" y="192989"/>
                  </a:lnTo>
                  <a:cubicBezTo>
                    <a:pt x="508837" y="192989"/>
                    <a:pt x="518499" y="189980"/>
                    <a:pt x="525329" y="183960"/>
                  </a:cubicBezTo>
                  <a:cubicBezTo>
                    <a:pt x="532158" y="177862"/>
                    <a:pt x="535600" y="168991"/>
                    <a:pt x="535600" y="157375"/>
                  </a:cubicBezTo>
                  <a:cubicBezTo>
                    <a:pt x="535600" y="145758"/>
                    <a:pt x="532635" y="136703"/>
                    <a:pt x="526705" y="130182"/>
                  </a:cubicBezTo>
                  <a:cubicBezTo>
                    <a:pt x="520882" y="123555"/>
                    <a:pt x="512093" y="120255"/>
                    <a:pt x="500340" y="120255"/>
                  </a:cubicBezTo>
                  <a:close/>
                  <a:moveTo>
                    <a:pt x="449302" y="35298"/>
                  </a:moveTo>
                  <a:lnTo>
                    <a:pt x="449302" y="99188"/>
                  </a:lnTo>
                  <a:lnTo>
                    <a:pt x="493272" y="99188"/>
                  </a:lnTo>
                  <a:cubicBezTo>
                    <a:pt x="503596" y="99188"/>
                    <a:pt x="511855" y="96389"/>
                    <a:pt x="518102" y="90792"/>
                  </a:cubicBezTo>
                  <a:cubicBezTo>
                    <a:pt x="524429" y="85195"/>
                    <a:pt x="527605" y="77486"/>
                    <a:pt x="527605" y="67718"/>
                  </a:cubicBezTo>
                  <a:cubicBezTo>
                    <a:pt x="527605" y="46122"/>
                    <a:pt x="514317" y="35324"/>
                    <a:pt x="487766" y="35324"/>
                  </a:cubicBezTo>
                  <a:lnTo>
                    <a:pt x="449302" y="35324"/>
                  </a:lnTo>
                  <a:close/>
                  <a:moveTo>
                    <a:pt x="496342" y="214242"/>
                  </a:moveTo>
                  <a:lnTo>
                    <a:pt x="422169" y="214242"/>
                  </a:lnTo>
                  <a:lnTo>
                    <a:pt x="422169" y="14045"/>
                  </a:lnTo>
                  <a:lnTo>
                    <a:pt x="487766" y="14045"/>
                  </a:lnTo>
                  <a:cubicBezTo>
                    <a:pt x="509208" y="14045"/>
                    <a:pt x="525726" y="18639"/>
                    <a:pt x="537241" y="27800"/>
                  </a:cubicBezTo>
                  <a:cubicBezTo>
                    <a:pt x="548888" y="36855"/>
                    <a:pt x="554712" y="50320"/>
                    <a:pt x="554712" y="68140"/>
                  </a:cubicBezTo>
                  <a:cubicBezTo>
                    <a:pt x="554712" y="77011"/>
                    <a:pt x="551906" y="84958"/>
                    <a:pt x="546294" y="91980"/>
                  </a:cubicBezTo>
                  <a:cubicBezTo>
                    <a:pt x="540682" y="99003"/>
                    <a:pt x="533111" y="104204"/>
                    <a:pt x="523608" y="107557"/>
                  </a:cubicBezTo>
                  <a:cubicBezTo>
                    <a:pt x="535679" y="110197"/>
                    <a:pt x="545156" y="116110"/>
                    <a:pt x="552118" y="125271"/>
                  </a:cubicBezTo>
                  <a:cubicBezTo>
                    <a:pt x="559159" y="134327"/>
                    <a:pt x="562680" y="145151"/>
                    <a:pt x="562680" y="157665"/>
                  </a:cubicBezTo>
                  <a:cubicBezTo>
                    <a:pt x="562680" y="175908"/>
                    <a:pt x="556804" y="189900"/>
                    <a:pt x="545050" y="199695"/>
                  </a:cubicBezTo>
                  <a:cubicBezTo>
                    <a:pt x="533403" y="209384"/>
                    <a:pt x="517176" y="214216"/>
                    <a:pt x="496316" y="214216"/>
                  </a:cubicBezTo>
                  <a:close/>
                  <a:moveTo>
                    <a:pt x="682835" y="121787"/>
                  </a:moveTo>
                  <a:cubicBezTo>
                    <a:pt x="682835" y="110566"/>
                    <a:pt x="679923" y="101564"/>
                    <a:pt x="674099" y="94752"/>
                  </a:cubicBezTo>
                  <a:cubicBezTo>
                    <a:pt x="668275" y="87835"/>
                    <a:pt x="659910" y="84350"/>
                    <a:pt x="648978" y="84350"/>
                  </a:cubicBezTo>
                  <a:cubicBezTo>
                    <a:pt x="639977" y="84350"/>
                    <a:pt x="632221" y="88126"/>
                    <a:pt x="625683" y="95650"/>
                  </a:cubicBezTo>
                  <a:cubicBezTo>
                    <a:pt x="619250" y="103200"/>
                    <a:pt x="615279" y="112810"/>
                    <a:pt x="613744" y="124532"/>
                  </a:cubicBezTo>
                  <a:lnTo>
                    <a:pt x="614062" y="125298"/>
                  </a:lnTo>
                  <a:lnTo>
                    <a:pt x="682861" y="125298"/>
                  </a:lnTo>
                  <a:lnTo>
                    <a:pt x="682861" y="121787"/>
                  </a:lnTo>
                  <a:close/>
                  <a:moveTo>
                    <a:pt x="653107" y="217463"/>
                  </a:moveTo>
                  <a:cubicBezTo>
                    <a:pt x="632380" y="217463"/>
                    <a:pt x="615809" y="210651"/>
                    <a:pt x="603446" y="196976"/>
                  </a:cubicBezTo>
                  <a:cubicBezTo>
                    <a:pt x="591190" y="183327"/>
                    <a:pt x="585049" y="165348"/>
                    <a:pt x="585049" y="143039"/>
                  </a:cubicBezTo>
                  <a:lnTo>
                    <a:pt x="585049" y="136941"/>
                  </a:lnTo>
                  <a:cubicBezTo>
                    <a:pt x="585049" y="116058"/>
                    <a:pt x="591270" y="98528"/>
                    <a:pt x="603738" y="84377"/>
                  </a:cubicBezTo>
                  <a:cubicBezTo>
                    <a:pt x="616312" y="70120"/>
                    <a:pt x="631374" y="62992"/>
                    <a:pt x="648951" y="62992"/>
                  </a:cubicBezTo>
                  <a:cubicBezTo>
                    <a:pt x="668778" y="62992"/>
                    <a:pt x="683894" y="68959"/>
                    <a:pt x="694297" y="80865"/>
                  </a:cubicBezTo>
                  <a:cubicBezTo>
                    <a:pt x="704833" y="92667"/>
                    <a:pt x="710074" y="108929"/>
                    <a:pt x="710074" y="129601"/>
                  </a:cubicBezTo>
                  <a:lnTo>
                    <a:pt x="710074" y="146550"/>
                  </a:lnTo>
                  <a:lnTo>
                    <a:pt x="613241" y="146550"/>
                  </a:lnTo>
                  <a:lnTo>
                    <a:pt x="612791" y="147158"/>
                  </a:lnTo>
                  <a:cubicBezTo>
                    <a:pt x="613109" y="161836"/>
                    <a:pt x="616762" y="173690"/>
                    <a:pt x="623830" y="182772"/>
                  </a:cubicBezTo>
                  <a:cubicBezTo>
                    <a:pt x="630977" y="191749"/>
                    <a:pt x="640718" y="196210"/>
                    <a:pt x="653107" y="196210"/>
                  </a:cubicBezTo>
                  <a:cubicBezTo>
                    <a:pt x="670473" y="196210"/>
                    <a:pt x="684582" y="191326"/>
                    <a:pt x="695409" y="181531"/>
                  </a:cubicBezTo>
                  <a:lnTo>
                    <a:pt x="706130" y="199114"/>
                  </a:lnTo>
                  <a:lnTo>
                    <a:pt x="705971" y="199114"/>
                  </a:lnTo>
                  <a:cubicBezTo>
                    <a:pt x="693503" y="211338"/>
                    <a:pt x="675873" y="217463"/>
                    <a:pt x="653107" y="217463"/>
                  </a:cubicBezTo>
                  <a:close/>
                  <a:moveTo>
                    <a:pt x="745334" y="281036"/>
                  </a:moveTo>
                  <a:cubicBezTo>
                    <a:pt x="741443" y="281036"/>
                    <a:pt x="736096" y="280323"/>
                    <a:pt x="729239" y="278897"/>
                  </a:cubicBezTo>
                  <a:lnTo>
                    <a:pt x="731993" y="257513"/>
                  </a:lnTo>
                  <a:cubicBezTo>
                    <a:pt x="738743" y="258014"/>
                    <a:pt x="742766" y="258278"/>
                    <a:pt x="744090" y="258278"/>
                  </a:cubicBezTo>
                  <a:cubicBezTo>
                    <a:pt x="749384" y="258278"/>
                    <a:pt x="753832" y="256034"/>
                    <a:pt x="757432" y="251546"/>
                  </a:cubicBezTo>
                  <a:cubicBezTo>
                    <a:pt x="761111" y="247058"/>
                    <a:pt x="764420" y="241039"/>
                    <a:pt x="767385" y="233515"/>
                  </a:cubicBezTo>
                  <a:lnTo>
                    <a:pt x="773818" y="217938"/>
                  </a:lnTo>
                  <a:lnTo>
                    <a:pt x="718360" y="72153"/>
                  </a:lnTo>
                  <a:lnTo>
                    <a:pt x="748696" y="72153"/>
                  </a:lnTo>
                  <a:lnTo>
                    <a:pt x="780409" y="165823"/>
                  </a:lnTo>
                  <a:lnTo>
                    <a:pt x="785147" y="184462"/>
                  </a:lnTo>
                  <a:lnTo>
                    <a:pt x="786074" y="184462"/>
                  </a:lnTo>
                  <a:lnTo>
                    <a:pt x="822684" y="72153"/>
                  </a:lnTo>
                  <a:lnTo>
                    <a:pt x="852862" y="72153"/>
                  </a:lnTo>
                  <a:lnTo>
                    <a:pt x="790204" y="243758"/>
                  </a:lnTo>
                  <a:cubicBezTo>
                    <a:pt x="780700" y="268627"/>
                    <a:pt x="765744" y="281036"/>
                    <a:pt x="745308" y="281036"/>
                  </a:cubicBezTo>
                  <a:close/>
                  <a:moveTo>
                    <a:pt x="891378" y="138762"/>
                  </a:moveTo>
                  <a:lnTo>
                    <a:pt x="891378" y="141825"/>
                  </a:lnTo>
                  <a:cubicBezTo>
                    <a:pt x="891378" y="158325"/>
                    <a:pt x="894740" y="171526"/>
                    <a:pt x="901490" y="181399"/>
                  </a:cubicBezTo>
                  <a:cubicBezTo>
                    <a:pt x="908346" y="191273"/>
                    <a:pt x="918141" y="196237"/>
                    <a:pt x="930900" y="196237"/>
                  </a:cubicBezTo>
                  <a:cubicBezTo>
                    <a:pt x="943659" y="196237"/>
                    <a:pt x="953480" y="191300"/>
                    <a:pt x="960310" y="181399"/>
                  </a:cubicBezTo>
                  <a:cubicBezTo>
                    <a:pt x="967166" y="171420"/>
                    <a:pt x="970581" y="158220"/>
                    <a:pt x="970581" y="141825"/>
                  </a:cubicBezTo>
                  <a:lnTo>
                    <a:pt x="970581" y="138762"/>
                  </a:lnTo>
                  <a:cubicBezTo>
                    <a:pt x="970581" y="122552"/>
                    <a:pt x="967113" y="109484"/>
                    <a:pt x="960151" y="99504"/>
                  </a:cubicBezTo>
                  <a:cubicBezTo>
                    <a:pt x="953321" y="89419"/>
                    <a:pt x="943501" y="84377"/>
                    <a:pt x="930741" y="84377"/>
                  </a:cubicBezTo>
                  <a:cubicBezTo>
                    <a:pt x="917982" y="84377"/>
                    <a:pt x="908320" y="89419"/>
                    <a:pt x="901464" y="99504"/>
                  </a:cubicBezTo>
                  <a:cubicBezTo>
                    <a:pt x="894713" y="109484"/>
                    <a:pt x="891351" y="122579"/>
                    <a:pt x="891351" y="138762"/>
                  </a:cubicBezTo>
                  <a:close/>
                  <a:moveTo>
                    <a:pt x="864086" y="141798"/>
                  </a:moveTo>
                  <a:lnTo>
                    <a:pt x="864086" y="138736"/>
                  </a:lnTo>
                  <a:cubicBezTo>
                    <a:pt x="864086" y="116322"/>
                    <a:pt x="870121" y="98079"/>
                    <a:pt x="882166" y="84034"/>
                  </a:cubicBezTo>
                  <a:cubicBezTo>
                    <a:pt x="894210" y="69962"/>
                    <a:pt x="910464" y="62939"/>
                    <a:pt x="930900" y="62939"/>
                  </a:cubicBezTo>
                  <a:cubicBezTo>
                    <a:pt x="951336" y="62939"/>
                    <a:pt x="967590" y="69962"/>
                    <a:pt x="979634" y="84034"/>
                  </a:cubicBezTo>
                  <a:cubicBezTo>
                    <a:pt x="991679" y="98000"/>
                    <a:pt x="997714" y="116216"/>
                    <a:pt x="997714" y="138736"/>
                  </a:cubicBezTo>
                  <a:lnTo>
                    <a:pt x="997714" y="141798"/>
                  </a:lnTo>
                  <a:cubicBezTo>
                    <a:pt x="997714" y="164424"/>
                    <a:pt x="991679" y="182693"/>
                    <a:pt x="979634" y="196659"/>
                  </a:cubicBezTo>
                  <a:cubicBezTo>
                    <a:pt x="967669" y="210519"/>
                    <a:pt x="951442" y="217436"/>
                    <a:pt x="930900" y="217436"/>
                  </a:cubicBezTo>
                  <a:cubicBezTo>
                    <a:pt x="910358" y="217436"/>
                    <a:pt x="894237" y="210467"/>
                    <a:pt x="882166" y="196501"/>
                  </a:cubicBezTo>
                  <a:cubicBezTo>
                    <a:pt x="870121" y="182535"/>
                    <a:pt x="864086" y="164318"/>
                    <a:pt x="864086" y="141798"/>
                  </a:cubicBezTo>
                  <a:close/>
                  <a:moveTo>
                    <a:pt x="1024848" y="65421"/>
                  </a:moveTo>
                  <a:lnTo>
                    <a:pt x="1049069" y="65421"/>
                  </a:lnTo>
                  <a:lnTo>
                    <a:pt x="1051055" y="87571"/>
                  </a:lnTo>
                  <a:cubicBezTo>
                    <a:pt x="1061379" y="70965"/>
                    <a:pt x="1076123" y="62675"/>
                    <a:pt x="1095342" y="62675"/>
                  </a:cubicBezTo>
                  <a:cubicBezTo>
                    <a:pt x="1111675" y="62675"/>
                    <a:pt x="1124196" y="67454"/>
                    <a:pt x="1132878" y="77037"/>
                  </a:cubicBezTo>
                  <a:cubicBezTo>
                    <a:pt x="1141561" y="86515"/>
                    <a:pt x="1145902" y="100930"/>
                    <a:pt x="1145902" y="120282"/>
                  </a:cubicBezTo>
                  <a:lnTo>
                    <a:pt x="1145902" y="214268"/>
                  </a:lnTo>
                  <a:lnTo>
                    <a:pt x="1118795" y="214268"/>
                  </a:lnTo>
                  <a:lnTo>
                    <a:pt x="1118795" y="120889"/>
                  </a:lnTo>
                  <a:cubicBezTo>
                    <a:pt x="1118795" y="107953"/>
                    <a:pt x="1116228" y="98686"/>
                    <a:pt x="1111145" y="93063"/>
                  </a:cubicBezTo>
                  <a:cubicBezTo>
                    <a:pt x="1106036" y="87466"/>
                    <a:pt x="1098068" y="84667"/>
                    <a:pt x="1087241" y="84667"/>
                  </a:cubicBezTo>
                  <a:cubicBezTo>
                    <a:pt x="1079485" y="84667"/>
                    <a:pt x="1072576" y="86515"/>
                    <a:pt x="1066567" y="90158"/>
                  </a:cubicBezTo>
                  <a:cubicBezTo>
                    <a:pt x="1060531" y="93828"/>
                    <a:pt x="1055687" y="99029"/>
                    <a:pt x="1052008" y="105735"/>
                  </a:cubicBezTo>
                  <a:lnTo>
                    <a:pt x="1052008" y="214242"/>
                  </a:lnTo>
                  <a:lnTo>
                    <a:pt x="1024901" y="214242"/>
                  </a:lnTo>
                  <a:lnTo>
                    <a:pt x="1024901" y="65395"/>
                  </a:lnTo>
                  <a:close/>
                  <a:moveTo>
                    <a:pt x="1172718" y="142881"/>
                  </a:moveTo>
                  <a:cubicBezTo>
                    <a:pt x="1172718" y="118539"/>
                    <a:pt x="1177880" y="99135"/>
                    <a:pt x="1188204" y="84667"/>
                  </a:cubicBezTo>
                  <a:cubicBezTo>
                    <a:pt x="1198528" y="70200"/>
                    <a:pt x="1212611" y="62966"/>
                    <a:pt x="1230479" y="62966"/>
                  </a:cubicBezTo>
                  <a:cubicBezTo>
                    <a:pt x="1248347" y="62966"/>
                    <a:pt x="1262113" y="69276"/>
                    <a:pt x="1271695" y="81921"/>
                  </a:cubicBezTo>
                  <a:lnTo>
                    <a:pt x="1271695" y="0"/>
                  </a:lnTo>
                  <a:lnTo>
                    <a:pt x="1298961" y="0"/>
                  </a:lnTo>
                  <a:lnTo>
                    <a:pt x="1298961" y="214559"/>
                  </a:lnTo>
                  <a:lnTo>
                    <a:pt x="1276751" y="214559"/>
                  </a:lnTo>
                  <a:lnTo>
                    <a:pt x="1273522" y="196210"/>
                  </a:lnTo>
                  <a:cubicBezTo>
                    <a:pt x="1263622" y="210361"/>
                    <a:pt x="1249512" y="217463"/>
                    <a:pt x="1231247" y="217463"/>
                  </a:cubicBezTo>
                  <a:cubicBezTo>
                    <a:pt x="1212981" y="217463"/>
                    <a:pt x="1198660" y="210995"/>
                    <a:pt x="1188336" y="198058"/>
                  </a:cubicBezTo>
                  <a:cubicBezTo>
                    <a:pt x="1178012" y="185016"/>
                    <a:pt x="1172850" y="167592"/>
                    <a:pt x="1172850" y="145785"/>
                  </a:cubicBezTo>
                  <a:lnTo>
                    <a:pt x="1172692" y="142881"/>
                  </a:lnTo>
                  <a:close/>
                  <a:moveTo>
                    <a:pt x="1200143" y="142881"/>
                  </a:moveTo>
                  <a:lnTo>
                    <a:pt x="1200143" y="145785"/>
                  </a:lnTo>
                  <a:cubicBezTo>
                    <a:pt x="1200143" y="161361"/>
                    <a:pt x="1203266" y="173558"/>
                    <a:pt x="1209487" y="182297"/>
                  </a:cubicBezTo>
                  <a:cubicBezTo>
                    <a:pt x="1215814" y="191062"/>
                    <a:pt x="1225317" y="195445"/>
                    <a:pt x="1237971" y="195445"/>
                  </a:cubicBezTo>
                  <a:cubicBezTo>
                    <a:pt x="1253298" y="195445"/>
                    <a:pt x="1264627" y="188448"/>
                    <a:pt x="1271987" y="174509"/>
                  </a:cubicBezTo>
                  <a:lnTo>
                    <a:pt x="1271987" y="105128"/>
                  </a:lnTo>
                  <a:cubicBezTo>
                    <a:pt x="1264416" y="91690"/>
                    <a:pt x="1253192" y="84958"/>
                    <a:pt x="1238262" y="84958"/>
                  </a:cubicBezTo>
                  <a:cubicBezTo>
                    <a:pt x="1225502" y="84958"/>
                    <a:pt x="1215946" y="90158"/>
                    <a:pt x="1209619" y="100534"/>
                  </a:cubicBezTo>
                  <a:cubicBezTo>
                    <a:pt x="1203293" y="110830"/>
                    <a:pt x="1200116" y="124928"/>
                    <a:pt x="1200116" y="142854"/>
                  </a:cubicBezTo>
                  <a:close/>
                  <a:moveTo>
                    <a:pt x="1363022" y="186442"/>
                  </a:moveTo>
                  <a:lnTo>
                    <a:pt x="1363022" y="214268"/>
                  </a:lnTo>
                  <a:lnTo>
                    <a:pt x="1335915" y="214268"/>
                  </a:lnTo>
                  <a:lnTo>
                    <a:pt x="1335915" y="186442"/>
                  </a:lnTo>
                  <a:lnTo>
                    <a:pt x="1363022" y="186442"/>
                  </a:lnTo>
                  <a:close/>
                </a:path>
              </a:pathLst>
            </a:custGeom>
            <a:solidFill>
              <a:schemeClr val="bg1"/>
            </a:solidFill>
            <a:ln w="2645" cap="flat">
              <a:noFill/>
              <a:prstDash val="solid"/>
              <a:miter/>
            </a:ln>
          </p:spPr>
          <p:txBody>
            <a:bodyPr/>
            <a:lstStyle/>
            <a:p>
              <a:endParaRPr lang="en-US"/>
            </a:p>
          </p:txBody>
        </p:sp>
        <p:sp>
          <p:nvSpPr>
            <p:cNvPr id="11" name="Freeform 10">
              <a:extLst>
                <a:ext uri="{FF2B5EF4-FFF2-40B4-BE49-F238E27FC236}">
                  <a16:creationId xmlns:a16="http://schemas.microsoft.com/office/drawing/2014/main" id="{9A1D5171-038D-B5D7-12A2-B2C7D77EB134}"/>
                </a:ext>
              </a:extLst>
            </p:cNvPr>
            <p:cNvSpPr/>
            <p:nvPr/>
          </p:nvSpPr>
          <p:spPr>
            <a:xfrm>
              <a:off x="460587" y="1405813"/>
              <a:ext cx="1158238" cy="419850"/>
            </a:xfrm>
            <a:custGeom>
              <a:avLst/>
              <a:gdLst>
                <a:gd name="csX0" fmla="*/ 902046 w 1158238"/>
                <a:gd name="csY0" fmla="*/ 419851 h 419850"/>
                <a:gd name="csX1" fmla="*/ 1158238 w 1158238"/>
                <a:gd name="csY1" fmla="*/ 419851 h 419850"/>
                <a:gd name="csX2" fmla="*/ 1158238 w 1158238"/>
                <a:gd name="csY2" fmla="*/ 342919 h 419850"/>
                <a:gd name="csX3" fmla="*/ 923462 w 1158238"/>
                <a:gd name="csY3" fmla="*/ 342919 h 419850"/>
                <a:gd name="csX4" fmla="*/ 923462 w 1158238"/>
                <a:gd name="csY4" fmla="*/ 0 h 419850"/>
                <a:gd name="csX5" fmla="*/ 834543 w 1158238"/>
                <a:gd name="csY5" fmla="*/ 0 h 419850"/>
                <a:gd name="csX6" fmla="*/ 834543 w 1158238"/>
                <a:gd name="csY6" fmla="*/ 353479 h 419850"/>
                <a:gd name="csX7" fmla="*/ 902046 w 1158238"/>
                <a:gd name="csY7" fmla="*/ 419824 h 419850"/>
                <a:gd name="csX8" fmla="*/ 356996 w 1158238"/>
                <a:gd name="csY8" fmla="*/ 419851 h 419850"/>
                <a:gd name="csX9" fmla="*/ 356996 w 1158238"/>
                <a:gd name="csY9" fmla="*/ 347143 h 419850"/>
                <a:gd name="csX10" fmla="*/ 77456 w 1158238"/>
                <a:gd name="csY10" fmla="*/ 347143 h 419850"/>
                <a:gd name="csX11" fmla="*/ 77456 w 1158238"/>
                <a:gd name="csY11" fmla="*/ 246134 h 419850"/>
                <a:gd name="csX12" fmla="*/ 356996 w 1158238"/>
                <a:gd name="csY12" fmla="*/ 246134 h 419850"/>
                <a:gd name="csX13" fmla="*/ 356996 w 1158238"/>
                <a:gd name="csY13" fmla="*/ 173453 h 419850"/>
                <a:gd name="csX14" fmla="*/ 77456 w 1158238"/>
                <a:gd name="csY14" fmla="*/ 173453 h 419850"/>
                <a:gd name="csX15" fmla="*/ 77456 w 1158238"/>
                <a:gd name="csY15" fmla="*/ 72391 h 419850"/>
                <a:gd name="csX16" fmla="*/ 356996 w 1158238"/>
                <a:gd name="csY16" fmla="*/ 72391 h 419850"/>
                <a:gd name="csX17" fmla="*/ 356996 w 1158238"/>
                <a:gd name="csY17" fmla="*/ 0 h 419850"/>
                <a:gd name="csX18" fmla="*/ 67476 w 1158238"/>
                <a:gd name="csY18" fmla="*/ 0 h 419850"/>
                <a:gd name="csX19" fmla="*/ 0 w 1158238"/>
                <a:gd name="csY19" fmla="*/ 66345 h 419850"/>
                <a:gd name="csX20" fmla="*/ 0 w 1158238"/>
                <a:gd name="csY20" fmla="*/ 353479 h 419850"/>
                <a:gd name="csX21" fmla="*/ 67503 w 1158238"/>
                <a:gd name="csY21" fmla="*/ 419824 h 419850"/>
                <a:gd name="csX22" fmla="*/ 356996 w 1158238"/>
                <a:gd name="csY22" fmla="*/ 419824 h 419850"/>
                <a:gd name="csX23" fmla="*/ 704409 w 1158238"/>
                <a:gd name="csY23" fmla="*/ 419851 h 419850"/>
                <a:gd name="csX24" fmla="*/ 799786 w 1158238"/>
                <a:gd name="csY24" fmla="*/ 419851 h 419850"/>
                <a:gd name="csX25" fmla="*/ 645589 w 1158238"/>
                <a:gd name="csY25" fmla="*/ 209939 h 419850"/>
                <a:gd name="csX26" fmla="*/ 799786 w 1158238"/>
                <a:gd name="csY26" fmla="*/ 0 h 419850"/>
                <a:gd name="csX27" fmla="*/ 704409 w 1158238"/>
                <a:gd name="csY27" fmla="*/ 0 h 419850"/>
                <a:gd name="csX28" fmla="*/ 596008 w 1158238"/>
                <a:gd name="csY28" fmla="*/ 148768 h 419850"/>
                <a:gd name="csX29" fmla="*/ 487580 w 1158238"/>
                <a:gd name="csY29" fmla="*/ 0 h 419850"/>
                <a:gd name="csX30" fmla="*/ 392203 w 1158238"/>
                <a:gd name="csY30" fmla="*/ 0 h 419850"/>
                <a:gd name="csX31" fmla="*/ 546400 w 1158238"/>
                <a:gd name="csY31" fmla="*/ 209912 h 419850"/>
                <a:gd name="csX32" fmla="*/ 392203 w 1158238"/>
                <a:gd name="csY32" fmla="*/ 419824 h 419850"/>
                <a:gd name="csX33" fmla="*/ 487580 w 1158238"/>
                <a:gd name="csY33" fmla="*/ 419824 h 419850"/>
                <a:gd name="csX34" fmla="*/ 596008 w 1158238"/>
                <a:gd name="csY34" fmla="*/ 271030 h 419850"/>
                <a:gd name="csX35" fmla="*/ 704409 w 1158238"/>
                <a:gd name="csY35" fmla="*/ 419824 h 4198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158238" h="419850">
                  <a:moveTo>
                    <a:pt x="902046" y="419851"/>
                  </a:moveTo>
                  <a:lnTo>
                    <a:pt x="1158238" y="419851"/>
                  </a:lnTo>
                  <a:lnTo>
                    <a:pt x="1158238" y="342919"/>
                  </a:lnTo>
                  <a:lnTo>
                    <a:pt x="923462" y="342919"/>
                  </a:lnTo>
                  <a:lnTo>
                    <a:pt x="923462" y="0"/>
                  </a:lnTo>
                  <a:lnTo>
                    <a:pt x="834543" y="0"/>
                  </a:lnTo>
                  <a:lnTo>
                    <a:pt x="834543" y="353479"/>
                  </a:lnTo>
                  <a:cubicBezTo>
                    <a:pt x="834543" y="390124"/>
                    <a:pt x="864774" y="419824"/>
                    <a:pt x="902046" y="419824"/>
                  </a:cubicBezTo>
                  <a:close/>
                  <a:moveTo>
                    <a:pt x="356996" y="419851"/>
                  </a:moveTo>
                  <a:lnTo>
                    <a:pt x="356996" y="347143"/>
                  </a:lnTo>
                  <a:lnTo>
                    <a:pt x="77456" y="347143"/>
                  </a:lnTo>
                  <a:lnTo>
                    <a:pt x="77456" y="246134"/>
                  </a:lnTo>
                  <a:lnTo>
                    <a:pt x="356996" y="246134"/>
                  </a:lnTo>
                  <a:lnTo>
                    <a:pt x="356996" y="173453"/>
                  </a:lnTo>
                  <a:lnTo>
                    <a:pt x="77456" y="173453"/>
                  </a:lnTo>
                  <a:lnTo>
                    <a:pt x="77456" y="72391"/>
                  </a:lnTo>
                  <a:lnTo>
                    <a:pt x="356996" y="72391"/>
                  </a:lnTo>
                  <a:lnTo>
                    <a:pt x="356996" y="0"/>
                  </a:lnTo>
                  <a:lnTo>
                    <a:pt x="67476" y="0"/>
                  </a:lnTo>
                  <a:cubicBezTo>
                    <a:pt x="30204" y="0"/>
                    <a:pt x="0" y="29701"/>
                    <a:pt x="0" y="66345"/>
                  </a:cubicBezTo>
                  <a:lnTo>
                    <a:pt x="0" y="353479"/>
                  </a:lnTo>
                  <a:cubicBezTo>
                    <a:pt x="0" y="390124"/>
                    <a:pt x="30231" y="419824"/>
                    <a:pt x="67503" y="419824"/>
                  </a:cubicBezTo>
                  <a:lnTo>
                    <a:pt x="356996" y="419824"/>
                  </a:lnTo>
                  <a:close/>
                  <a:moveTo>
                    <a:pt x="704409" y="419851"/>
                  </a:moveTo>
                  <a:lnTo>
                    <a:pt x="799786" y="419851"/>
                  </a:lnTo>
                  <a:lnTo>
                    <a:pt x="645589" y="209939"/>
                  </a:lnTo>
                  <a:lnTo>
                    <a:pt x="799786" y="0"/>
                  </a:lnTo>
                  <a:lnTo>
                    <a:pt x="704409" y="0"/>
                  </a:lnTo>
                  <a:lnTo>
                    <a:pt x="596008" y="148768"/>
                  </a:lnTo>
                  <a:lnTo>
                    <a:pt x="487580" y="0"/>
                  </a:lnTo>
                  <a:lnTo>
                    <a:pt x="392203" y="0"/>
                  </a:lnTo>
                  <a:lnTo>
                    <a:pt x="546400" y="209912"/>
                  </a:lnTo>
                  <a:lnTo>
                    <a:pt x="392203" y="419824"/>
                  </a:lnTo>
                  <a:lnTo>
                    <a:pt x="487580" y="419824"/>
                  </a:lnTo>
                  <a:lnTo>
                    <a:pt x="596008" y="271030"/>
                  </a:lnTo>
                  <a:lnTo>
                    <a:pt x="704409" y="419824"/>
                  </a:lnTo>
                  <a:close/>
                </a:path>
              </a:pathLst>
            </a:custGeom>
            <a:solidFill>
              <a:schemeClr val="accent5"/>
            </a:solidFill>
            <a:ln w="2645" cap="flat">
              <a:noFill/>
              <a:prstDash val="solid"/>
              <a:miter/>
            </a:ln>
          </p:spPr>
          <p:txBody>
            <a:bodyPr/>
            <a:lstStyle/>
            <a:p>
              <a:endParaRPr lang="en-US"/>
            </a:p>
          </p:txBody>
        </p:sp>
      </p:grpSp>
    </p:spTree>
    <p:extLst>
      <p:ext uri="{BB962C8B-B14F-4D97-AF65-F5344CB8AC3E}">
        <p14:creationId xmlns:p14="http://schemas.microsoft.com/office/powerpoint/2010/main" val="2807617249"/>
      </p:ext>
    </p:extLst>
  </p:cSld>
  <p:clrMapOvr>
    <a:masterClrMapping/>
  </p:clrMapOvr>
  <p:transition spd="med"/>
  <p:extLst>
    <p:ext uri="{DCECCB84-F9BA-43D5-87BE-67443E8EF086}">
      <p15:sldGuideLst xmlns:p15="http://schemas.microsoft.com/office/powerpoint/2012/main">
        <p15:guide id="1" pos="288" userDrawn="1">
          <p15:clr>
            <a:srgbClr val="FBAE40"/>
          </p15:clr>
        </p15:guide>
        <p15:guide id="2" pos="3720" userDrawn="1">
          <p15:clr>
            <a:srgbClr val="FBAE40"/>
          </p15:clr>
        </p15:guide>
        <p15:guide id="3" pos="3840" userDrawn="1">
          <p15:clr>
            <a:srgbClr val="FBAE40"/>
          </p15:clr>
        </p15:guide>
        <p15:guide id="4" pos="3960" userDrawn="1">
          <p15:clr>
            <a:srgbClr val="FBAE40"/>
          </p15:clr>
        </p15:guide>
        <p15:guide id="5" pos="7395" userDrawn="1">
          <p15:clr>
            <a:srgbClr val="FBAE40"/>
          </p15:clr>
        </p15:guide>
        <p15:guide id="6" orient="horz" pos="289" userDrawn="1">
          <p15:clr>
            <a:srgbClr val="FBAE40"/>
          </p15:clr>
        </p15:guide>
        <p15:guide id="7" orient="horz" pos="799" userDrawn="1">
          <p15:clr>
            <a:srgbClr val="FBAE40"/>
          </p15:clr>
        </p15:guide>
        <p15:guide id="8" orient="horz" pos="993" userDrawn="1">
          <p15:clr>
            <a:srgbClr val="FBAE40"/>
          </p15:clr>
        </p15:guide>
        <p15:guide id="9" orient="horz" pos="3542" userDrawn="1">
          <p15:clr>
            <a:srgbClr val="FBAE40"/>
          </p15:clr>
        </p15:guide>
        <p15:guide id="10" orient="horz" pos="3585" userDrawn="1">
          <p15:clr>
            <a:srgbClr val="FBAE40"/>
          </p15:clr>
        </p15:guide>
        <p15:guide id="11" orient="horz" pos="3888" userDrawn="1">
          <p15:clr>
            <a:srgbClr val="FBAE40"/>
          </p15:clr>
        </p15:guide>
        <p15:guide id="12" orient="horz" pos="416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Walk-In Logo White">
    <p:bg>
      <p:bgPr>
        <a:solidFill>
          <a:schemeClr val="accent6">
            <a:hueOff val="-11657143"/>
            <a:satOff val="-72413"/>
            <a:lumOff val="5686"/>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58AC6F-DB79-F795-7935-34DCB0F1BE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3" name="Graphic 1">
            <a:extLst>
              <a:ext uri="{FF2B5EF4-FFF2-40B4-BE49-F238E27FC236}">
                <a16:creationId xmlns:a16="http://schemas.microsoft.com/office/drawing/2014/main" id="{031583AF-82FC-E31F-1888-90DFB16959AB}"/>
              </a:ext>
            </a:extLst>
          </p:cNvPr>
          <p:cNvGrpSpPr/>
          <p:nvPr userDrawn="1"/>
        </p:nvGrpSpPr>
        <p:grpSpPr>
          <a:xfrm>
            <a:off x="4130422" y="2283116"/>
            <a:ext cx="3931156" cy="2291769"/>
            <a:chOff x="-76" y="2251484"/>
            <a:chExt cx="3931156" cy="2291769"/>
          </a:xfrm>
          <a:solidFill>
            <a:schemeClr val="bg1"/>
          </a:solidFill>
        </p:grpSpPr>
        <p:sp>
          <p:nvSpPr>
            <p:cNvPr id="4" name="Freeform 3">
              <a:extLst>
                <a:ext uri="{FF2B5EF4-FFF2-40B4-BE49-F238E27FC236}">
                  <a16:creationId xmlns:a16="http://schemas.microsoft.com/office/drawing/2014/main" id="{EDCDACD6-9F92-753C-77F0-C5A0F16B7479}"/>
                </a:ext>
              </a:extLst>
            </p:cNvPr>
            <p:cNvSpPr/>
            <p:nvPr/>
          </p:nvSpPr>
          <p:spPr>
            <a:xfrm>
              <a:off x="-76" y="3732705"/>
              <a:ext cx="3931156" cy="810548"/>
            </a:xfrm>
            <a:custGeom>
              <a:avLst/>
              <a:gdLst>
                <a:gd name="csX0" fmla="*/ 443734 w 3931156"/>
                <a:gd name="csY0" fmla="*/ 330539 h 810548"/>
                <a:gd name="csX1" fmla="*/ 443734 w 3931156"/>
                <a:gd name="csY1" fmla="*/ 541686 h 810548"/>
                <a:gd name="csX2" fmla="*/ 367692 w 3931156"/>
                <a:gd name="csY2" fmla="*/ 602067 h 810548"/>
                <a:gd name="csX3" fmla="*/ 239580 w 3931156"/>
                <a:gd name="csY3" fmla="*/ 626738 h 810548"/>
                <a:gd name="csX4" fmla="*/ 67186 w 3931156"/>
                <a:gd name="csY4" fmla="*/ 560645 h 810548"/>
                <a:gd name="csX5" fmla="*/ 0 w 3931156"/>
                <a:gd name="csY5" fmla="*/ 389170 h 810548"/>
                <a:gd name="csX6" fmla="*/ 0 w 3931156"/>
                <a:gd name="csY6" fmla="*/ 270157 h 810548"/>
                <a:gd name="csX7" fmla="*/ 62758 w 3931156"/>
                <a:gd name="csY7" fmla="*/ 98682 h 810548"/>
                <a:gd name="csX8" fmla="*/ 225379 w 3931156"/>
                <a:gd name="csY8" fmla="*/ 32589 h 810548"/>
                <a:gd name="csX9" fmla="*/ 382274 w 3931156"/>
                <a:gd name="csY9" fmla="*/ 80636 h 810548"/>
                <a:gd name="csX10" fmla="*/ 441062 w 3931156"/>
                <a:gd name="csY10" fmla="*/ 207567 h 810548"/>
                <a:gd name="csX11" fmla="*/ 440146 w 3931156"/>
                <a:gd name="csY11" fmla="*/ 209776 h 810548"/>
                <a:gd name="csX12" fmla="*/ 365478 w 3931156"/>
                <a:gd name="csY12" fmla="*/ 209776 h 810548"/>
                <a:gd name="csX13" fmla="*/ 325700 w 3931156"/>
                <a:gd name="csY13" fmla="*/ 126018 h 810548"/>
                <a:gd name="csX14" fmla="*/ 224921 w 3931156"/>
                <a:gd name="csY14" fmla="*/ 94266 h 810548"/>
                <a:gd name="csX15" fmla="*/ 119332 w 3931156"/>
                <a:gd name="csY15" fmla="*/ 143607 h 810548"/>
                <a:gd name="csX16" fmla="*/ 78715 w 3931156"/>
                <a:gd name="csY16" fmla="*/ 269701 h 810548"/>
                <a:gd name="csX17" fmla="*/ 78715 w 3931156"/>
                <a:gd name="csY17" fmla="*/ 389551 h 810548"/>
                <a:gd name="csX18" fmla="*/ 123760 w 3931156"/>
                <a:gd name="csY18" fmla="*/ 516482 h 810548"/>
                <a:gd name="csX19" fmla="*/ 239580 w 3931156"/>
                <a:gd name="csY19" fmla="*/ 565823 h 810548"/>
                <a:gd name="csX20" fmla="*/ 318218 w 3931156"/>
                <a:gd name="csY20" fmla="*/ 553945 h 810548"/>
                <a:gd name="csX21" fmla="*/ 365096 w 3931156"/>
                <a:gd name="csY21" fmla="*/ 523107 h 810548"/>
                <a:gd name="csX22" fmla="*/ 365096 w 3931156"/>
                <a:gd name="csY22" fmla="*/ 391759 h 810548"/>
                <a:gd name="csX23" fmla="*/ 238282 w 3931156"/>
                <a:gd name="csY23" fmla="*/ 391759 h 810548"/>
                <a:gd name="csX24" fmla="*/ 238282 w 3931156"/>
                <a:gd name="csY24" fmla="*/ 330463 h 810548"/>
                <a:gd name="csX25" fmla="*/ 443734 w 3931156"/>
                <a:gd name="csY25" fmla="*/ 330463 h 810548"/>
                <a:gd name="csX26" fmla="*/ 606432 w 3931156"/>
                <a:gd name="csY26" fmla="*/ 400211 h 810548"/>
                <a:gd name="csX27" fmla="*/ 606432 w 3931156"/>
                <a:gd name="csY27" fmla="*/ 409043 h 810548"/>
                <a:gd name="csX28" fmla="*/ 635597 w 3931156"/>
                <a:gd name="csY28" fmla="*/ 523183 h 810548"/>
                <a:gd name="csX29" fmla="*/ 720419 w 3931156"/>
                <a:gd name="csY29" fmla="*/ 565899 h 810548"/>
                <a:gd name="csX30" fmla="*/ 805242 w 3931156"/>
                <a:gd name="csY30" fmla="*/ 523183 h 810548"/>
                <a:gd name="csX31" fmla="*/ 834865 w 3931156"/>
                <a:gd name="csY31" fmla="*/ 409043 h 810548"/>
                <a:gd name="csX32" fmla="*/ 834865 w 3931156"/>
                <a:gd name="csY32" fmla="*/ 400211 h 810548"/>
                <a:gd name="csX33" fmla="*/ 804784 w 3931156"/>
                <a:gd name="csY33" fmla="*/ 286909 h 810548"/>
                <a:gd name="csX34" fmla="*/ 719961 w 3931156"/>
                <a:gd name="csY34" fmla="*/ 243279 h 810548"/>
                <a:gd name="csX35" fmla="*/ 635520 w 3931156"/>
                <a:gd name="csY35" fmla="*/ 286909 h 810548"/>
                <a:gd name="csX36" fmla="*/ 606356 w 3931156"/>
                <a:gd name="csY36" fmla="*/ 400211 h 810548"/>
                <a:gd name="csX37" fmla="*/ 527717 w 3931156"/>
                <a:gd name="csY37" fmla="*/ 409043 h 810548"/>
                <a:gd name="csX38" fmla="*/ 527717 w 3931156"/>
                <a:gd name="csY38" fmla="*/ 400211 h 810548"/>
                <a:gd name="csX39" fmla="*/ 579863 w 3931156"/>
                <a:gd name="csY39" fmla="*/ 242441 h 810548"/>
                <a:gd name="csX40" fmla="*/ 720419 w 3931156"/>
                <a:gd name="csY40" fmla="*/ 181603 h 810548"/>
                <a:gd name="csX41" fmla="*/ 860976 w 3931156"/>
                <a:gd name="csY41" fmla="*/ 242441 h 810548"/>
                <a:gd name="csX42" fmla="*/ 913122 w 3931156"/>
                <a:gd name="csY42" fmla="*/ 400211 h 810548"/>
                <a:gd name="csX43" fmla="*/ 913122 w 3931156"/>
                <a:gd name="csY43" fmla="*/ 409043 h 810548"/>
                <a:gd name="csX44" fmla="*/ 860976 w 3931156"/>
                <a:gd name="csY44" fmla="*/ 567270 h 810548"/>
                <a:gd name="csX45" fmla="*/ 720419 w 3931156"/>
                <a:gd name="csY45" fmla="*/ 627195 h 810548"/>
                <a:gd name="csX46" fmla="*/ 579863 w 3931156"/>
                <a:gd name="csY46" fmla="*/ 566813 h 810548"/>
                <a:gd name="csX47" fmla="*/ 527717 w 3931156"/>
                <a:gd name="csY47" fmla="*/ 409043 h 810548"/>
                <a:gd name="csX48" fmla="*/ 1443053 w 3931156"/>
                <a:gd name="csY48" fmla="*/ 346910 h 810548"/>
                <a:gd name="csX49" fmla="*/ 1295930 w 3931156"/>
                <a:gd name="csY49" fmla="*/ 346910 h 810548"/>
                <a:gd name="csX50" fmla="*/ 1295930 w 3931156"/>
                <a:gd name="csY50" fmla="*/ 556686 h 810548"/>
                <a:gd name="csX51" fmla="*/ 1431601 w 3931156"/>
                <a:gd name="csY51" fmla="*/ 556686 h 810548"/>
                <a:gd name="csX52" fmla="*/ 1515125 w 3931156"/>
                <a:gd name="csY52" fmla="*/ 530721 h 810548"/>
                <a:gd name="csX53" fmla="*/ 1544748 w 3931156"/>
                <a:gd name="csY53" fmla="*/ 454044 h 810548"/>
                <a:gd name="csX54" fmla="*/ 1519095 w 3931156"/>
                <a:gd name="csY54" fmla="*/ 375540 h 810548"/>
                <a:gd name="csX55" fmla="*/ 1443053 w 3931156"/>
                <a:gd name="csY55" fmla="*/ 346910 h 810548"/>
                <a:gd name="csX56" fmla="*/ 1295854 w 3931156"/>
                <a:gd name="csY56" fmla="*/ 101804 h 810548"/>
                <a:gd name="csX57" fmla="*/ 1295854 w 3931156"/>
                <a:gd name="csY57" fmla="*/ 286072 h 810548"/>
                <a:gd name="csX58" fmla="*/ 1422668 w 3931156"/>
                <a:gd name="csY58" fmla="*/ 286072 h 810548"/>
                <a:gd name="csX59" fmla="*/ 1494282 w 3931156"/>
                <a:gd name="csY59" fmla="*/ 261858 h 810548"/>
                <a:gd name="csX60" fmla="*/ 1521691 w 3931156"/>
                <a:gd name="csY60" fmla="*/ 195308 h 810548"/>
                <a:gd name="csX61" fmla="*/ 1406788 w 3931156"/>
                <a:gd name="csY61" fmla="*/ 101880 h 810548"/>
                <a:gd name="csX62" fmla="*/ 1295854 w 3931156"/>
                <a:gd name="csY62" fmla="*/ 101880 h 810548"/>
                <a:gd name="csX63" fmla="*/ 1431524 w 3931156"/>
                <a:gd name="csY63" fmla="*/ 617905 h 810548"/>
                <a:gd name="csX64" fmla="*/ 1217597 w 3931156"/>
                <a:gd name="csY64" fmla="*/ 617905 h 810548"/>
                <a:gd name="csX65" fmla="*/ 1217597 w 3931156"/>
                <a:gd name="csY65" fmla="*/ 40508 h 810548"/>
                <a:gd name="csX66" fmla="*/ 1406788 w 3931156"/>
                <a:gd name="csY66" fmla="*/ 40508 h 810548"/>
                <a:gd name="csX67" fmla="*/ 1549482 w 3931156"/>
                <a:gd name="csY67" fmla="*/ 80179 h 810548"/>
                <a:gd name="csX68" fmla="*/ 1599872 w 3931156"/>
                <a:gd name="csY68" fmla="*/ 196527 h 810548"/>
                <a:gd name="csX69" fmla="*/ 1575593 w 3931156"/>
                <a:gd name="csY69" fmla="*/ 265284 h 810548"/>
                <a:gd name="csX70" fmla="*/ 1510163 w 3931156"/>
                <a:gd name="csY70" fmla="*/ 310209 h 810548"/>
                <a:gd name="csX71" fmla="*/ 1592389 w 3931156"/>
                <a:gd name="csY71" fmla="*/ 361378 h 810548"/>
                <a:gd name="csX72" fmla="*/ 1622852 w 3931156"/>
                <a:gd name="csY72" fmla="*/ 454806 h 810548"/>
                <a:gd name="csX73" fmla="*/ 1572005 w 3931156"/>
                <a:gd name="csY73" fmla="*/ 576026 h 810548"/>
                <a:gd name="csX74" fmla="*/ 1431448 w 3931156"/>
                <a:gd name="csY74" fmla="*/ 617905 h 810548"/>
                <a:gd name="csX75" fmla="*/ 1969396 w 3931156"/>
                <a:gd name="csY75" fmla="*/ 351250 h 810548"/>
                <a:gd name="csX76" fmla="*/ 1944201 w 3931156"/>
                <a:gd name="csY76" fmla="*/ 273279 h 810548"/>
                <a:gd name="csX77" fmla="*/ 1871747 w 3931156"/>
                <a:gd name="csY77" fmla="*/ 243279 h 810548"/>
                <a:gd name="csX78" fmla="*/ 1804561 w 3931156"/>
                <a:gd name="csY78" fmla="*/ 275868 h 810548"/>
                <a:gd name="csX79" fmla="*/ 1770128 w 3931156"/>
                <a:gd name="csY79" fmla="*/ 359169 h 810548"/>
                <a:gd name="csX80" fmla="*/ 1771044 w 3931156"/>
                <a:gd name="csY80" fmla="*/ 361378 h 810548"/>
                <a:gd name="csX81" fmla="*/ 1969472 w 3931156"/>
                <a:gd name="csY81" fmla="*/ 361378 h 810548"/>
                <a:gd name="csX82" fmla="*/ 1969472 w 3931156"/>
                <a:gd name="csY82" fmla="*/ 351250 h 810548"/>
                <a:gd name="csX83" fmla="*/ 1883657 w 3931156"/>
                <a:gd name="csY83" fmla="*/ 627195 h 810548"/>
                <a:gd name="csX84" fmla="*/ 1740428 w 3931156"/>
                <a:gd name="csY84" fmla="*/ 568107 h 810548"/>
                <a:gd name="csX85" fmla="*/ 1687366 w 3931156"/>
                <a:gd name="csY85" fmla="*/ 412546 h 810548"/>
                <a:gd name="csX86" fmla="*/ 1687366 w 3931156"/>
                <a:gd name="csY86" fmla="*/ 394957 h 810548"/>
                <a:gd name="csX87" fmla="*/ 1741268 w 3931156"/>
                <a:gd name="csY87" fmla="*/ 243355 h 810548"/>
                <a:gd name="csX88" fmla="*/ 1871670 w 3931156"/>
                <a:gd name="csY88" fmla="*/ 181679 h 810548"/>
                <a:gd name="csX89" fmla="*/ 2002454 w 3931156"/>
                <a:gd name="csY89" fmla="*/ 233228 h 810548"/>
                <a:gd name="csX90" fmla="*/ 2047958 w 3931156"/>
                <a:gd name="csY90" fmla="*/ 373789 h 810548"/>
                <a:gd name="csX91" fmla="*/ 2047958 w 3931156"/>
                <a:gd name="csY91" fmla="*/ 422673 h 810548"/>
                <a:gd name="csX92" fmla="*/ 1768677 w 3931156"/>
                <a:gd name="csY92" fmla="*/ 422673 h 810548"/>
                <a:gd name="csX93" fmla="*/ 1767379 w 3931156"/>
                <a:gd name="csY93" fmla="*/ 424424 h 810548"/>
                <a:gd name="csX94" fmla="*/ 1799216 w 3931156"/>
                <a:gd name="csY94" fmla="*/ 527142 h 810548"/>
                <a:gd name="csX95" fmla="*/ 1883657 w 3931156"/>
                <a:gd name="csY95" fmla="*/ 565899 h 810548"/>
                <a:gd name="csX96" fmla="*/ 2005661 w 3931156"/>
                <a:gd name="csY96" fmla="*/ 523563 h 810548"/>
                <a:gd name="csX97" fmla="*/ 2036582 w 3931156"/>
                <a:gd name="csY97" fmla="*/ 574275 h 810548"/>
                <a:gd name="csX98" fmla="*/ 2036124 w 3931156"/>
                <a:gd name="csY98" fmla="*/ 574275 h 810548"/>
                <a:gd name="csX99" fmla="*/ 1883657 w 3931156"/>
                <a:gd name="csY99" fmla="*/ 627195 h 810548"/>
                <a:gd name="csX100" fmla="*/ 2149653 w 3931156"/>
                <a:gd name="csY100" fmla="*/ 810549 h 810548"/>
                <a:gd name="csX101" fmla="*/ 2103234 w 3931156"/>
                <a:gd name="csY101" fmla="*/ 804381 h 810548"/>
                <a:gd name="csX102" fmla="*/ 2111174 w 3931156"/>
                <a:gd name="csY102" fmla="*/ 742705 h 810548"/>
                <a:gd name="csX103" fmla="*/ 2146065 w 3931156"/>
                <a:gd name="csY103" fmla="*/ 744913 h 810548"/>
                <a:gd name="csX104" fmla="*/ 2184544 w 3931156"/>
                <a:gd name="csY104" fmla="*/ 725496 h 810548"/>
                <a:gd name="csX105" fmla="*/ 2213251 w 3931156"/>
                <a:gd name="csY105" fmla="*/ 673490 h 810548"/>
                <a:gd name="csX106" fmla="*/ 2231804 w 3931156"/>
                <a:gd name="csY106" fmla="*/ 628565 h 810548"/>
                <a:gd name="csX107" fmla="*/ 2071855 w 3931156"/>
                <a:gd name="csY107" fmla="*/ 208100 h 810548"/>
                <a:gd name="csX108" fmla="*/ 2159350 w 3931156"/>
                <a:gd name="csY108" fmla="*/ 208100 h 810548"/>
                <a:gd name="csX109" fmla="*/ 2250814 w 3931156"/>
                <a:gd name="csY109" fmla="*/ 478258 h 810548"/>
                <a:gd name="csX110" fmla="*/ 2264481 w 3931156"/>
                <a:gd name="csY110" fmla="*/ 532015 h 810548"/>
                <a:gd name="csX111" fmla="*/ 2267153 w 3931156"/>
                <a:gd name="csY111" fmla="*/ 532015 h 810548"/>
                <a:gd name="csX112" fmla="*/ 2372742 w 3931156"/>
                <a:gd name="csY112" fmla="*/ 208100 h 810548"/>
                <a:gd name="csX113" fmla="*/ 2459779 w 3931156"/>
                <a:gd name="csY113" fmla="*/ 208100 h 810548"/>
                <a:gd name="csX114" fmla="*/ 2279063 w 3931156"/>
                <a:gd name="csY114" fmla="*/ 703034 h 810548"/>
                <a:gd name="csX115" fmla="*/ 2149577 w 3931156"/>
                <a:gd name="csY115" fmla="*/ 810549 h 810548"/>
                <a:gd name="csX116" fmla="*/ 2570865 w 3931156"/>
                <a:gd name="csY116" fmla="*/ 400211 h 810548"/>
                <a:gd name="csX117" fmla="*/ 2570865 w 3931156"/>
                <a:gd name="csY117" fmla="*/ 409043 h 810548"/>
                <a:gd name="csX118" fmla="*/ 2600030 w 3931156"/>
                <a:gd name="csY118" fmla="*/ 523183 h 810548"/>
                <a:gd name="csX119" fmla="*/ 2684852 w 3931156"/>
                <a:gd name="csY119" fmla="*/ 565899 h 810548"/>
                <a:gd name="csX120" fmla="*/ 2769675 w 3931156"/>
                <a:gd name="csY120" fmla="*/ 523183 h 810548"/>
                <a:gd name="csX121" fmla="*/ 2799298 w 3931156"/>
                <a:gd name="csY121" fmla="*/ 409043 h 810548"/>
                <a:gd name="csX122" fmla="*/ 2799298 w 3931156"/>
                <a:gd name="csY122" fmla="*/ 400211 h 810548"/>
                <a:gd name="csX123" fmla="*/ 2769217 w 3931156"/>
                <a:gd name="csY123" fmla="*/ 286909 h 810548"/>
                <a:gd name="csX124" fmla="*/ 2684394 w 3931156"/>
                <a:gd name="csY124" fmla="*/ 243279 h 810548"/>
                <a:gd name="csX125" fmla="*/ 2599954 w 3931156"/>
                <a:gd name="csY125" fmla="*/ 286909 h 810548"/>
                <a:gd name="csX126" fmla="*/ 2570789 w 3931156"/>
                <a:gd name="csY126" fmla="*/ 400211 h 810548"/>
                <a:gd name="csX127" fmla="*/ 2492150 w 3931156"/>
                <a:gd name="csY127" fmla="*/ 409043 h 810548"/>
                <a:gd name="csX128" fmla="*/ 2492150 w 3931156"/>
                <a:gd name="csY128" fmla="*/ 400211 h 810548"/>
                <a:gd name="csX129" fmla="*/ 2544296 w 3931156"/>
                <a:gd name="csY129" fmla="*/ 242441 h 810548"/>
                <a:gd name="csX130" fmla="*/ 2684852 w 3931156"/>
                <a:gd name="csY130" fmla="*/ 181603 h 810548"/>
                <a:gd name="csX131" fmla="*/ 2825409 w 3931156"/>
                <a:gd name="csY131" fmla="*/ 242441 h 810548"/>
                <a:gd name="csX132" fmla="*/ 2877555 w 3931156"/>
                <a:gd name="csY132" fmla="*/ 400211 h 810548"/>
                <a:gd name="csX133" fmla="*/ 2877555 w 3931156"/>
                <a:gd name="csY133" fmla="*/ 409043 h 810548"/>
                <a:gd name="csX134" fmla="*/ 2825409 w 3931156"/>
                <a:gd name="csY134" fmla="*/ 567270 h 810548"/>
                <a:gd name="csX135" fmla="*/ 2684852 w 3931156"/>
                <a:gd name="csY135" fmla="*/ 627195 h 810548"/>
                <a:gd name="csX136" fmla="*/ 2544296 w 3931156"/>
                <a:gd name="csY136" fmla="*/ 566813 h 810548"/>
                <a:gd name="csX137" fmla="*/ 2492150 w 3931156"/>
                <a:gd name="csY137" fmla="*/ 409043 h 810548"/>
                <a:gd name="csX138" fmla="*/ 2955812 w 3931156"/>
                <a:gd name="csY138" fmla="*/ 188608 h 810548"/>
                <a:gd name="csX139" fmla="*/ 3025670 w 3931156"/>
                <a:gd name="csY139" fmla="*/ 188608 h 810548"/>
                <a:gd name="csX140" fmla="*/ 3031396 w 3931156"/>
                <a:gd name="csY140" fmla="*/ 252492 h 810548"/>
                <a:gd name="csX141" fmla="*/ 3159126 w 3931156"/>
                <a:gd name="csY141" fmla="*/ 180689 h 810548"/>
                <a:gd name="csX142" fmla="*/ 3267388 w 3931156"/>
                <a:gd name="csY142" fmla="*/ 222111 h 810548"/>
                <a:gd name="csX143" fmla="*/ 3304951 w 3931156"/>
                <a:gd name="csY143" fmla="*/ 346834 h 810548"/>
                <a:gd name="csX144" fmla="*/ 3304951 w 3931156"/>
                <a:gd name="csY144" fmla="*/ 617905 h 810548"/>
                <a:gd name="csX145" fmla="*/ 3226770 w 3931156"/>
                <a:gd name="csY145" fmla="*/ 617905 h 810548"/>
                <a:gd name="csX146" fmla="*/ 3226770 w 3931156"/>
                <a:gd name="csY146" fmla="*/ 348585 h 810548"/>
                <a:gd name="csX147" fmla="*/ 3204706 w 3931156"/>
                <a:gd name="csY147" fmla="*/ 268330 h 810548"/>
                <a:gd name="csX148" fmla="*/ 3135764 w 3931156"/>
                <a:gd name="csY148" fmla="*/ 244116 h 810548"/>
                <a:gd name="csX149" fmla="*/ 3076136 w 3931156"/>
                <a:gd name="csY149" fmla="*/ 259954 h 810548"/>
                <a:gd name="csX150" fmla="*/ 3034144 w 3931156"/>
                <a:gd name="csY150" fmla="*/ 304879 h 810548"/>
                <a:gd name="csX151" fmla="*/ 3034144 w 3931156"/>
                <a:gd name="csY151" fmla="*/ 617829 h 810548"/>
                <a:gd name="csX152" fmla="*/ 2955964 w 3931156"/>
                <a:gd name="csY152" fmla="*/ 617829 h 810548"/>
                <a:gd name="csX153" fmla="*/ 2955964 w 3931156"/>
                <a:gd name="csY153" fmla="*/ 188531 h 810548"/>
                <a:gd name="csX154" fmla="*/ 3382291 w 3931156"/>
                <a:gd name="csY154" fmla="*/ 412089 h 810548"/>
                <a:gd name="csX155" fmla="*/ 3426955 w 3931156"/>
                <a:gd name="csY155" fmla="*/ 244193 h 810548"/>
                <a:gd name="csX156" fmla="*/ 3548882 w 3931156"/>
                <a:gd name="csY156" fmla="*/ 181603 h 810548"/>
                <a:gd name="csX157" fmla="*/ 3667756 w 3931156"/>
                <a:gd name="csY157" fmla="*/ 236274 h 810548"/>
                <a:gd name="csX158" fmla="*/ 3667756 w 3931156"/>
                <a:gd name="csY158" fmla="*/ 0 h 810548"/>
                <a:gd name="csX159" fmla="*/ 3746395 w 3931156"/>
                <a:gd name="csY159" fmla="*/ 0 h 810548"/>
                <a:gd name="csX160" fmla="*/ 3746395 w 3931156"/>
                <a:gd name="csY160" fmla="*/ 618819 h 810548"/>
                <a:gd name="csX161" fmla="*/ 3682339 w 3931156"/>
                <a:gd name="csY161" fmla="*/ 618819 h 810548"/>
                <a:gd name="csX162" fmla="*/ 3673024 w 3931156"/>
                <a:gd name="csY162" fmla="*/ 565899 h 810548"/>
                <a:gd name="csX163" fmla="*/ 3551096 w 3931156"/>
                <a:gd name="csY163" fmla="*/ 627195 h 810548"/>
                <a:gd name="csX164" fmla="*/ 3427336 w 3931156"/>
                <a:gd name="csY164" fmla="*/ 571229 h 810548"/>
                <a:gd name="csX165" fmla="*/ 3382673 w 3931156"/>
                <a:gd name="csY165" fmla="*/ 420465 h 810548"/>
                <a:gd name="csX166" fmla="*/ 3382215 w 3931156"/>
                <a:gd name="csY166" fmla="*/ 412089 h 810548"/>
                <a:gd name="csX167" fmla="*/ 3461388 w 3931156"/>
                <a:gd name="csY167" fmla="*/ 412089 h 810548"/>
                <a:gd name="csX168" fmla="*/ 3461388 w 3931156"/>
                <a:gd name="csY168" fmla="*/ 420465 h 810548"/>
                <a:gd name="csX169" fmla="*/ 3488339 w 3931156"/>
                <a:gd name="csY169" fmla="*/ 525771 h 810548"/>
                <a:gd name="csX170" fmla="*/ 3570489 w 3931156"/>
                <a:gd name="csY170" fmla="*/ 563691 h 810548"/>
                <a:gd name="csX171" fmla="*/ 3668596 w 3931156"/>
                <a:gd name="csY171" fmla="*/ 503309 h 810548"/>
                <a:gd name="csX172" fmla="*/ 3668596 w 3931156"/>
                <a:gd name="csY172" fmla="*/ 303204 h 810548"/>
                <a:gd name="csX173" fmla="*/ 3571329 w 3931156"/>
                <a:gd name="csY173" fmla="*/ 245030 h 810548"/>
                <a:gd name="csX174" fmla="*/ 3488720 w 3931156"/>
                <a:gd name="csY174" fmla="*/ 289955 h 810548"/>
                <a:gd name="csX175" fmla="*/ 3461311 w 3931156"/>
                <a:gd name="csY175" fmla="*/ 412013 h 810548"/>
                <a:gd name="csX176" fmla="*/ 3931157 w 3931156"/>
                <a:gd name="csY176" fmla="*/ 537726 h 810548"/>
                <a:gd name="csX177" fmla="*/ 3931157 w 3931156"/>
                <a:gd name="csY177" fmla="*/ 617981 h 810548"/>
                <a:gd name="csX178" fmla="*/ 3852976 w 3931156"/>
                <a:gd name="csY178" fmla="*/ 617981 h 810548"/>
                <a:gd name="csX179" fmla="*/ 3852976 w 3931156"/>
                <a:gd name="csY179" fmla="*/ 537726 h 810548"/>
                <a:gd name="csX180" fmla="*/ 3931157 w 3931156"/>
                <a:gd name="csY180" fmla="*/ 537726 h 810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Lst>
              <a:rect l="l" t="t" r="r" b="b"/>
              <a:pathLst>
                <a:path w="3931156" h="810548">
                  <a:moveTo>
                    <a:pt x="443734" y="330539"/>
                  </a:moveTo>
                  <a:lnTo>
                    <a:pt x="443734" y="541686"/>
                  </a:lnTo>
                  <a:cubicBezTo>
                    <a:pt x="428159" y="565518"/>
                    <a:pt x="402812" y="585620"/>
                    <a:pt x="367692" y="602067"/>
                  </a:cubicBezTo>
                  <a:cubicBezTo>
                    <a:pt x="332648" y="618514"/>
                    <a:pt x="289893" y="626738"/>
                    <a:pt x="239580" y="626738"/>
                  </a:cubicBezTo>
                  <a:cubicBezTo>
                    <a:pt x="169722" y="626738"/>
                    <a:pt x="112308" y="604733"/>
                    <a:pt x="67186" y="560645"/>
                  </a:cubicBezTo>
                  <a:cubicBezTo>
                    <a:pt x="22370" y="516253"/>
                    <a:pt x="0" y="459146"/>
                    <a:pt x="0" y="389170"/>
                  </a:cubicBezTo>
                  <a:lnTo>
                    <a:pt x="0" y="270157"/>
                  </a:lnTo>
                  <a:cubicBezTo>
                    <a:pt x="0" y="199649"/>
                    <a:pt x="20919" y="142465"/>
                    <a:pt x="62758" y="98682"/>
                  </a:cubicBezTo>
                  <a:cubicBezTo>
                    <a:pt x="104902" y="54595"/>
                    <a:pt x="159109" y="32589"/>
                    <a:pt x="225379" y="32589"/>
                  </a:cubicBezTo>
                  <a:cubicBezTo>
                    <a:pt x="291649" y="32589"/>
                    <a:pt x="343948" y="48580"/>
                    <a:pt x="382274" y="80636"/>
                  </a:cubicBezTo>
                  <a:cubicBezTo>
                    <a:pt x="420906" y="112693"/>
                    <a:pt x="440451" y="154952"/>
                    <a:pt x="441062" y="207567"/>
                  </a:cubicBezTo>
                  <a:lnTo>
                    <a:pt x="440146" y="209776"/>
                  </a:lnTo>
                  <a:lnTo>
                    <a:pt x="365478" y="209776"/>
                  </a:lnTo>
                  <a:cubicBezTo>
                    <a:pt x="362806" y="174826"/>
                    <a:pt x="349597" y="146881"/>
                    <a:pt x="325700" y="126018"/>
                  </a:cubicBezTo>
                  <a:cubicBezTo>
                    <a:pt x="302109" y="104850"/>
                    <a:pt x="268516" y="94266"/>
                    <a:pt x="224921" y="94266"/>
                  </a:cubicBezTo>
                  <a:cubicBezTo>
                    <a:pt x="181326" y="94266"/>
                    <a:pt x="146435" y="110713"/>
                    <a:pt x="119332" y="143607"/>
                  </a:cubicBezTo>
                  <a:cubicBezTo>
                    <a:pt x="92228" y="176196"/>
                    <a:pt x="78715" y="218228"/>
                    <a:pt x="78715" y="269701"/>
                  </a:cubicBezTo>
                  <a:lnTo>
                    <a:pt x="78715" y="389551"/>
                  </a:lnTo>
                  <a:cubicBezTo>
                    <a:pt x="78715" y="440948"/>
                    <a:pt x="93755" y="483283"/>
                    <a:pt x="123760" y="516482"/>
                  </a:cubicBezTo>
                  <a:cubicBezTo>
                    <a:pt x="153841" y="549376"/>
                    <a:pt x="192397" y="565823"/>
                    <a:pt x="239580" y="565823"/>
                  </a:cubicBezTo>
                  <a:cubicBezTo>
                    <a:pt x="270501" y="565823"/>
                    <a:pt x="296765" y="561864"/>
                    <a:pt x="318218" y="553945"/>
                  </a:cubicBezTo>
                  <a:cubicBezTo>
                    <a:pt x="339748" y="545721"/>
                    <a:pt x="355323" y="535442"/>
                    <a:pt x="365096" y="523107"/>
                  </a:cubicBezTo>
                  <a:lnTo>
                    <a:pt x="365096" y="391759"/>
                  </a:lnTo>
                  <a:lnTo>
                    <a:pt x="238282" y="391759"/>
                  </a:lnTo>
                  <a:lnTo>
                    <a:pt x="238282" y="330463"/>
                  </a:lnTo>
                  <a:lnTo>
                    <a:pt x="443734" y="330463"/>
                  </a:lnTo>
                  <a:close/>
                  <a:moveTo>
                    <a:pt x="606432" y="400211"/>
                  </a:moveTo>
                  <a:lnTo>
                    <a:pt x="606432" y="409043"/>
                  </a:lnTo>
                  <a:cubicBezTo>
                    <a:pt x="606432" y="456633"/>
                    <a:pt x="616204" y="494705"/>
                    <a:pt x="635597" y="523183"/>
                  </a:cubicBezTo>
                  <a:cubicBezTo>
                    <a:pt x="655295" y="551660"/>
                    <a:pt x="683620" y="565899"/>
                    <a:pt x="720419" y="565899"/>
                  </a:cubicBezTo>
                  <a:cubicBezTo>
                    <a:pt x="757219" y="565899"/>
                    <a:pt x="785544" y="551660"/>
                    <a:pt x="805242" y="523183"/>
                  </a:cubicBezTo>
                  <a:cubicBezTo>
                    <a:pt x="824940" y="494400"/>
                    <a:pt x="834865" y="456329"/>
                    <a:pt x="834865" y="409043"/>
                  </a:cubicBezTo>
                  <a:lnTo>
                    <a:pt x="834865" y="400211"/>
                  </a:lnTo>
                  <a:cubicBezTo>
                    <a:pt x="834865" y="353459"/>
                    <a:pt x="824863" y="315691"/>
                    <a:pt x="804784" y="286909"/>
                  </a:cubicBezTo>
                  <a:cubicBezTo>
                    <a:pt x="785086" y="257822"/>
                    <a:pt x="756761" y="243279"/>
                    <a:pt x="719961" y="243279"/>
                  </a:cubicBezTo>
                  <a:cubicBezTo>
                    <a:pt x="683162" y="243279"/>
                    <a:pt x="655295" y="257822"/>
                    <a:pt x="635520" y="286909"/>
                  </a:cubicBezTo>
                  <a:cubicBezTo>
                    <a:pt x="616052" y="315691"/>
                    <a:pt x="606356" y="353459"/>
                    <a:pt x="606356" y="400211"/>
                  </a:cubicBezTo>
                  <a:close/>
                  <a:moveTo>
                    <a:pt x="527717" y="409043"/>
                  </a:moveTo>
                  <a:lnTo>
                    <a:pt x="527717" y="400211"/>
                  </a:lnTo>
                  <a:cubicBezTo>
                    <a:pt x="527717" y="335565"/>
                    <a:pt x="545124" y="282950"/>
                    <a:pt x="579863" y="242441"/>
                  </a:cubicBezTo>
                  <a:cubicBezTo>
                    <a:pt x="614601" y="201933"/>
                    <a:pt x="661479" y="181603"/>
                    <a:pt x="720419" y="181603"/>
                  </a:cubicBezTo>
                  <a:cubicBezTo>
                    <a:pt x="779360" y="181603"/>
                    <a:pt x="826161" y="201857"/>
                    <a:pt x="860976" y="242441"/>
                  </a:cubicBezTo>
                  <a:cubicBezTo>
                    <a:pt x="895791" y="282721"/>
                    <a:pt x="913122" y="335260"/>
                    <a:pt x="913122" y="400211"/>
                  </a:cubicBezTo>
                  <a:lnTo>
                    <a:pt x="913122" y="409043"/>
                  </a:lnTo>
                  <a:cubicBezTo>
                    <a:pt x="913122" y="474298"/>
                    <a:pt x="895714" y="526990"/>
                    <a:pt x="860976" y="567270"/>
                  </a:cubicBezTo>
                  <a:cubicBezTo>
                    <a:pt x="826543" y="607245"/>
                    <a:pt x="779665" y="627195"/>
                    <a:pt x="720419" y="627195"/>
                  </a:cubicBezTo>
                  <a:cubicBezTo>
                    <a:pt x="661173" y="627195"/>
                    <a:pt x="614677" y="607093"/>
                    <a:pt x="579863" y="566813"/>
                  </a:cubicBezTo>
                  <a:cubicBezTo>
                    <a:pt x="545124" y="526533"/>
                    <a:pt x="527717" y="473994"/>
                    <a:pt x="527717" y="409043"/>
                  </a:cubicBezTo>
                  <a:close/>
                  <a:moveTo>
                    <a:pt x="1443053" y="346910"/>
                  </a:moveTo>
                  <a:lnTo>
                    <a:pt x="1295930" y="346910"/>
                  </a:lnTo>
                  <a:lnTo>
                    <a:pt x="1295930" y="556686"/>
                  </a:lnTo>
                  <a:lnTo>
                    <a:pt x="1431601" y="556686"/>
                  </a:lnTo>
                  <a:cubicBezTo>
                    <a:pt x="1467561" y="556686"/>
                    <a:pt x="1495428" y="548005"/>
                    <a:pt x="1515125" y="530721"/>
                  </a:cubicBezTo>
                  <a:cubicBezTo>
                    <a:pt x="1534823" y="513056"/>
                    <a:pt x="1544748" y="487547"/>
                    <a:pt x="1544748" y="454044"/>
                  </a:cubicBezTo>
                  <a:cubicBezTo>
                    <a:pt x="1544748" y="420541"/>
                    <a:pt x="1536197" y="394348"/>
                    <a:pt x="1519095" y="375540"/>
                  </a:cubicBezTo>
                  <a:cubicBezTo>
                    <a:pt x="1502299" y="356428"/>
                    <a:pt x="1476951" y="346910"/>
                    <a:pt x="1443053" y="346910"/>
                  </a:cubicBezTo>
                  <a:close/>
                  <a:moveTo>
                    <a:pt x="1295854" y="101804"/>
                  </a:moveTo>
                  <a:lnTo>
                    <a:pt x="1295854" y="286072"/>
                  </a:lnTo>
                  <a:lnTo>
                    <a:pt x="1422668" y="286072"/>
                  </a:lnTo>
                  <a:cubicBezTo>
                    <a:pt x="1452444" y="286072"/>
                    <a:pt x="1476264" y="278000"/>
                    <a:pt x="1494282" y="261858"/>
                  </a:cubicBezTo>
                  <a:cubicBezTo>
                    <a:pt x="1512530" y="245715"/>
                    <a:pt x="1521691" y="223481"/>
                    <a:pt x="1521691" y="195308"/>
                  </a:cubicBezTo>
                  <a:cubicBezTo>
                    <a:pt x="1521691" y="133023"/>
                    <a:pt x="1483365" y="101880"/>
                    <a:pt x="1406788" y="101880"/>
                  </a:cubicBezTo>
                  <a:lnTo>
                    <a:pt x="1295854" y="101880"/>
                  </a:lnTo>
                  <a:close/>
                  <a:moveTo>
                    <a:pt x="1431524" y="617905"/>
                  </a:moveTo>
                  <a:lnTo>
                    <a:pt x="1217597" y="617905"/>
                  </a:lnTo>
                  <a:lnTo>
                    <a:pt x="1217597" y="40508"/>
                  </a:lnTo>
                  <a:lnTo>
                    <a:pt x="1406788" y="40508"/>
                  </a:lnTo>
                  <a:cubicBezTo>
                    <a:pt x="1468629" y="40508"/>
                    <a:pt x="1516271" y="53681"/>
                    <a:pt x="1549482" y="80179"/>
                  </a:cubicBezTo>
                  <a:cubicBezTo>
                    <a:pt x="1583075" y="106373"/>
                    <a:pt x="1599872" y="145130"/>
                    <a:pt x="1599872" y="196527"/>
                  </a:cubicBezTo>
                  <a:cubicBezTo>
                    <a:pt x="1599872" y="222111"/>
                    <a:pt x="1591779" y="245030"/>
                    <a:pt x="1575593" y="265284"/>
                  </a:cubicBezTo>
                  <a:cubicBezTo>
                    <a:pt x="1559407" y="285538"/>
                    <a:pt x="1537572" y="300539"/>
                    <a:pt x="1510163" y="310209"/>
                  </a:cubicBezTo>
                  <a:cubicBezTo>
                    <a:pt x="1544977" y="317823"/>
                    <a:pt x="1572310" y="334879"/>
                    <a:pt x="1592389" y="361378"/>
                  </a:cubicBezTo>
                  <a:cubicBezTo>
                    <a:pt x="1612698" y="387495"/>
                    <a:pt x="1622852" y="418637"/>
                    <a:pt x="1622852" y="454806"/>
                  </a:cubicBezTo>
                  <a:cubicBezTo>
                    <a:pt x="1622852" y="507421"/>
                    <a:pt x="1605903" y="547777"/>
                    <a:pt x="1572005" y="576026"/>
                  </a:cubicBezTo>
                  <a:cubicBezTo>
                    <a:pt x="1538412" y="603971"/>
                    <a:pt x="1491610" y="617905"/>
                    <a:pt x="1431448" y="617905"/>
                  </a:cubicBezTo>
                  <a:close/>
                  <a:moveTo>
                    <a:pt x="1969396" y="351250"/>
                  </a:moveTo>
                  <a:cubicBezTo>
                    <a:pt x="1969396" y="318966"/>
                    <a:pt x="1960997" y="292924"/>
                    <a:pt x="1944201" y="273279"/>
                  </a:cubicBezTo>
                  <a:cubicBezTo>
                    <a:pt x="1927404" y="253330"/>
                    <a:pt x="1903278" y="243279"/>
                    <a:pt x="1871747" y="243279"/>
                  </a:cubicBezTo>
                  <a:cubicBezTo>
                    <a:pt x="1845788" y="243279"/>
                    <a:pt x="1823418" y="254167"/>
                    <a:pt x="1804561" y="275868"/>
                  </a:cubicBezTo>
                  <a:cubicBezTo>
                    <a:pt x="1786008" y="297645"/>
                    <a:pt x="1774556" y="325362"/>
                    <a:pt x="1770128" y="359169"/>
                  </a:cubicBezTo>
                  <a:lnTo>
                    <a:pt x="1771044" y="361378"/>
                  </a:lnTo>
                  <a:lnTo>
                    <a:pt x="1969472" y="361378"/>
                  </a:lnTo>
                  <a:lnTo>
                    <a:pt x="1969472" y="351250"/>
                  </a:lnTo>
                  <a:close/>
                  <a:moveTo>
                    <a:pt x="1883657" y="627195"/>
                  </a:moveTo>
                  <a:cubicBezTo>
                    <a:pt x="1823877" y="627195"/>
                    <a:pt x="1776083" y="607550"/>
                    <a:pt x="1740428" y="568107"/>
                  </a:cubicBezTo>
                  <a:cubicBezTo>
                    <a:pt x="1705079" y="528741"/>
                    <a:pt x="1687366" y="476887"/>
                    <a:pt x="1687366" y="412546"/>
                  </a:cubicBezTo>
                  <a:lnTo>
                    <a:pt x="1687366" y="394957"/>
                  </a:lnTo>
                  <a:cubicBezTo>
                    <a:pt x="1687366" y="334727"/>
                    <a:pt x="1705308" y="284168"/>
                    <a:pt x="1741268" y="243355"/>
                  </a:cubicBezTo>
                  <a:cubicBezTo>
                    <a:pt x="1777533" y="202237"/>
                    <a:pt x="1820975" y="181679"/>
                    <a:pt x="1871670" y="181679"/>
                  </a:cubicBezTo>
                  <a:cubicBezTo>
                    <a:pt x="1928855" y="181679"/>
                    <a:pt x="1972450" y="198887"/>
                    <a:pt x="2002454" y="233228"/>
                  </a:cubicBezTo>
                  <a:cubicBezTo>
                    <a:pt x="2032841" y="267340"/>
                    <a:pt x="2047958" y="314168"/>
                    <a:pt x="2047958" y="373789"/>
                  </a:cubicBezTo>
                  <a:lnTo>
                    <a:pt x="2047958" y="422673"/>
                  </a:lnTo>
                  <a:lnTo>
                    <a:pt x="1768677" y="422673"/>
                  </a:lnTo>
                  <a:lnTo>
                    <a:pt x="1767379" y="424424"/>
                  </a:lnTo>
                  <a:cubicBezTo>
                    <a:pt x="1768295" y="466760"/>
                    <a:pt x="1778831" y="500949"/>
                    <a:pt x="1799216" y="527142"/>
                  </a:cubicBezTo>
                  <a:cubicBezTo>
                    <a:pt x="1819830" y="553031"/>
                    <a:pt x="1847926" y="565899"/>
                    <a:pt x="1883657" y="565899"/>
                  </a:cubicBezTo>
                  <a:cubicBezTo>
                    <a:pt x="1933741" y="565899"/>
                    <a:pt x="1974435" y="551813"/>
                    <a:pt x="2005661" y="523563"/>
                  </a:cubicBezTo>
                  <a:lnTo>
                    <a:pt x="2036582" y="574275"/>
                  </a:lnTo>
                  <a:lnTo>
                    <a:pt x="2036124" y="574275"/>
                  </a:lnTo>
                  <a:cubicBezTo>
                    <a:pt x="2000164" y="609529"/>
                    <a:pt x="1949316" y="627195"/>
                    <a:pt x="1883657" y="627195"/>
                  </a:cubicBezTo>
                  <a:close/>
                  <a:moveTo>
                    <a:pt x="2149653" y="810549"/>
                  </a:moveTo>
                  <a:cubicBezTo>
                    <a:pt x="2138430" y="810549"/>
                    <a:pt x="2123008" y="808493"/>
                    <a:pt x="2103234" y="804381"/>
                  </a:cubicBezTo>
                  <a:lnTo>
                    <a:pt x="2111174" y="742705"/>
                  </a:lnTo>
                  <a:cubicBezTo>
                    <a:pt x="2130643" y="744151"/>
                    <a:pt x="2142247" y="744913"/>
                    <a:pt x="2146065" y="744913"/>
                  </a:cubicBezTo>
                  <a:cubicBezTo>
                    <a:pt x="2161334" y="744913"/>
                    <a:pt x="2174161" y="738441"/>
                    <a:pt x="2184544" y="725496"/>
                  </a:cubicBezTo>
                  <a:cubicBezTo>
                    <a:pt x="2195157" y="712552"/>
                    <a:pt x="2204700" y="695191"/>
                    <a:pt x="2213251" y="673490"/>
                  </a:cubicBezTo>
                  <a:lnTo>
                    <a:pt x="2231804" y="628565"/>
                  </a:lnTo>
                  <a:lnTo>
                    <a:pt x="2071855" y="208100"/>
                  </a:lnTo>
                  <a:lnTo>
                    <a:pt x="2159350" y="208100"/>
                  </a:lnTo>
                  <a:lnTo>
                    <a:pt x="2250814" y="478258"/>
                  </a:lnTo>
                  <a:lnTo>
                    <a:pt x="2264481" y="532015"/>
                  </a:lnTo>
                  <a:lnTo>
                    <a:pt x="2267153" y="532015"/>
                  </a:lnTo>
                  <a:lnTo>
                    <a:pt x="2372742" y="208100"/>
                  </a:lnTo>
                  <a:lnTo>
                    <a:pt x="2459779" y="208100"/>
                  </a:lnTo>
                  <a:lnTo>
                    <a:pt x="2279063" y="703034"/>
                  </a:lnTo>
                  <a:cubicBezTo>
                    <a:pt x="2251654" y="774761"/>
                    <a:pt x="2208518" y="810549"/>
                    <a:pt x="2149577" y="810549"/>
                  </a:cubicBezTo>
                  <a:close/>
                  <a:moveTo>
                    <a:pt x="2570865" y="400211"/>
                  </a:moveTo>
                  <a:lnTo>
                    <a:pt x="2570865" y="409043"/>
                  </a:lnTo>
                  <a:cubicBezTo>
                    <a:pt x="2570865" y="456633"/>
                    <a:pt x="2580561" y="494705"/>
                    <a:pt x="2600030" y="523183"/>
                  </a:cubicBezTo>
                  <a:cubicBezTo>
                    <a:pt x="2619804" y="551660"/>
                    <a:pt x="2648053" y="565899"/>
                    <a:pt x="2684852" y="565899"/>
                  </a:cubicBezTo>
                  <a:cubicBezTo>
                    <a:pt x="2721652" y="565899"/>
                    <a:pt x="2749977" y="551660"/>
                    <a:pt x="2769675" y="523183"/>
                  </a:cubicBezTo>
                  <a:cubicBezTo>
                    <a:pt x="2789449" y="494400"/>
                    <a:pt x="2799298" y="456329"/>
                    <a:pt x="2799298" y="409043"/>
                  </a:cubicBezTo>
                  <a:lnTo>
                    <a:pt x="2799298" y="400211"/>
                  </a:lnTo>
                  <a:cubicBezTo>
                    <a:pt x="2799298" y="353459"/>
                    <a:pt x="2789296" y="315691"/>
                    <a:pt x="2769217" y="286909"/>
                  </a:cubicBezTo>
                  <a:cubicBezTo>
                    <a:pt x="2749519" y="257822"/>
                    <a:pt x="2721194" y="243279"/>
                    <a:pt x="2684394" y="243279"/>
                  </a:cubicBezTo>
                  <a:cubicBezTo>
                    <a:pt x="2647595" y="243279"/>
                    <a:pt x="2619728" y="257822"/>
                    <a:pt x="2599954" y="286909"/>
                  </a:cubicBezTo>
                  <a:cubicBezTo>
                    <a:pt x="2580485" y="315691"/>
                    <a:pt x="2570789" y="353459"/>
                    <a:pt x="2570789" y="400211"/>
                  </a:cubicBezTo>
                  <a:close/>
                  <a:moveTo>
                    <a:pt x="2492150" y="409043"/>
                  </a:moveTo>
                  <a:lnTo>
                    <a:pt x="2492150" y="400211"/>
                  </a:lnTo>
                  <a:cubicBezTo>
                    <a:pt x="2492150" y="335565"/>
                    <a:pt x="2509558" y="282950"/>
                    <a:pt x="2544296" y="242441"/>
                  </a:cubicBezTo>
                  <a:cubicBezTo>
                    <a:pt x="2579034" y="201933"/>
                    <a:pt x="2625912" y="181603"/>
                    <a:pt x="2684852" y="181603"/>
                  </a:cubicBezTo>
                  <a:cubicBezTo>
                    <a:pt x="2743793" y="181603"/>
                    <a:pt x="2790671" y="201857"/>
                    <a:pt x="2825409" y="242441"/>
                  </a:cubicBezTo>
                  <a:cubicBezTo>
                    <a:pt x="2860147" y="282721"/>
                    <a:pt x="2877555" y="335260"/>
                    <a:pt x="2877555" y="400211"/>
                  </a:cubicBezTo>
                  <a:lnTo>
                    <a:pt x="2877555" y="409043"/>
                  </a:lnTo>
                  <a:cubicBezTo>
                    <a:pt x="2877555" y="474298"/>
                    <a:pt x="2860147" y="526990"/>
                    <a:pt x="2825409" y="567270"/>
                  </a:cubicBezTo>
                  <a:cubicBezTo>
                    <a:pt x="2790900" y="607245"/>
                    <a:pt x="2744099" y="627195"/>
                    <a:pt x="2684852" y="627195"/>
                  </a:cubicBezTo>
                  <a:cubicBezTo>
                    <a:pt x="2625607" y="627195"/>
                    <a:pt x="2579111" y="607093"/>
                    <a:pt x="2544296" y="566813"/>
                  </a:cubicBezTo>
                  <a:cubicBezTo>
                    <a:pt x="2509558" y="526533"/>
                    <a:pt x="2492150" y="473994"/>
                    <a:pt x="2492150" y="409043"/>
                  </a:cubicBezTo>
                  <a:close/>
                  <a:moveTo>
                    <a:pt x="2955812" y="188608"/>
                  </a:moveTo>
                  <a:lnTo>
                    <a:pt x="3025670" y="188608"/>
                  </a:lnTo>
                  <a:lnTo>
                    <a:pt x="3031396" y="252492"/>
                  </a:lnTo>
                  <a:cubicBezTo>
                    <a:pt x="3061172" y="204598"/>
                    <a:pt x="3103698" y="180689"/>
                    <a:pt x="3159126" y="180689"/>
                  </a:cubicBezTo>
                  <a:cubicBezTo>
                    <a:pt x="3206233" y="180689"/>
                    <a:pt x="3242345" y="194471"/>
                    <a:pt x="3267388" y="222111"/>
                  </a:cubicBezTo>
                  <a:cubicBezTo>
                    <a:pt x="3292430" y="249446"/>
                    <a:pt x="3304951" y="291021"/>
                    <a:pt x="3304951" y="346834"/>
                  </a:cubicBezTo>
                  <a:lnTo>
                    <a:pt x="3304951" y="617905"/>
                  </a:lnTo>
                  <a:lnTo>
                    <a:pt x="3226770" y="617905"/>
                  </a:lnTo>
                  <a:lnTo>
                    <a:pt x="3226770" y="348585"/>
                  </a:lnTo>
                  <a:cubicBezTo>
                    <a:pt x="3226770" y="311275"/>
                    <a:pt x="3219365" y="284549"/>
                    <a:pt x="3204706" y="268330"/>
                  </a:cubicBezTo>
                  <a:cubicBezTo>
                    <a:pt x="3189971" y="252188"/>
                    <a:pt x="3166990" y="244116"/>
                    <a:pt x="3135764" y="244116"/>
                  </a:cubicBezTo>
                  <a:cubicBezTo>
                    <a:pt x="3113394" y="244116"/>
                    <a:pt x="3093467" y="249446"/>
                    <a:pt x="3076136" y="259954"/>
                  </a:cubicBezTo>
                  <a:cubicBezTo>
                    <a:pt x="3058728" y="270538"/>
                    <a:pt x="3044757" y="285538"/>
                    <a:pt x="3034144" y="304879"/>
                  </a:cubicBezTo>
                  <a:lnTo>
                    <a:pt x="3034144" y="617829"/>
                  </a:lnTo>
                  <a:lnTo>
                    <a:pt x="2955964" y="617829"/>
                  </a:lnTo>
                  <a:lnTo>
                    <a:pt x="2955964" y="188531"/>
                  </a:lnTo>
                  <a:close/>
                  <a:moveTo>
                    <a:pt x="3382291" y="412089"/>
                  </a:moveTo>
                  <a:cubicBezTo>
                    <a:pt x="3382291" y="341885"/>
                    <a:pt x="3397179" y="285919"/>
                    <a:pt x="3426955" y="244193"/>
                  </a:cubicBezTo>
                  <a:cubicBezTo>
                    <a:pt x="3456730" y="202466"/>
                    <a:pt x="3497348" y="181603"/>
                    <a:pt x="3548882" y="181603"/>
                  </a:cubicBezTo>
                  <a:cubicBezTo>
                    <a:pt x="3600417" y="181603"/>
                    <a:pt x="3640118" y="199801"/>
                    <a:pt x="3667756" y="236274"/>
                  </a:cubicBezTo>
                  <a:lnTo>
                    <a:pt x="3667756" y="0"/>
                  </a:lnTo>
                  <a:lnTo>
                    <a:pt x="3746395" y="0"/>
                  </a:lnTo>
                  <a:lnTo>
                    <a:pt x="3746395" y="618819"/>
                  </a:lnTo>
                  <a:lnTo>
                    <a:pt x="3682339" y="618819"/>
                  </a:lnTo>
                  <a:lnTo>
                    <a:pt x="3673024" y="565899"/>
                  </a:lnTo>
                  <a:cubicBezTo>
                    <a:pt x="3644470" y="606712"/>
                    <a:pt x="3603777" y="627195"/>
                    <a:pt x="3551096" y="627195"/>
                  </a:cubicBezTo>
                  <a:cubicBezTo>
                    <a:pt x="3498416" y="627195"/>
                    <a:pt x="3457112" y="608540"/>
                    <a:pt x="3427336" y="571229"/>
                  </a:cubicBezTo>
                  <a:cubicBezTo>
                    <a:pt x="3397561" y="533614"/>
                    <a:pt x="3382673" y="483360"/>
                    <a:pt x="3382673" y="420465"/>
                  </a:cubicBezTo>
                  <a:lnTo>
                    <a:pt x="3382215" y="412089"/>
                  </a:lnTo>
                  <a:close/>
                  <a:moveTo>
                    <a:pt x="3461388" y="412089"/>
                  </a:moveTo>
                  <a:lnTo>
                    <a:pt x="3461388" y="420465"/>
                  </a:lnTo>
                  <a:cubicBezTo>
                    <a:pt x="3461388" y="465390"/>
                    <a:pt x="3470397" y="500568"/>
                    <a:pt x="3488339" y="525771"/>
                  </a:cubicBezTo>
                  <a:cubicBezTo>
                    <a:pt x="3506586" y="551051"/>
                    <a:pt x="3533995" y="563691"/>
                    <a:pt x="3570489" y="563691"/>
                  </a:cubicBezTo>
                  <a:cubicBezTo>
                    <a:pt x="3614694" y="563691"/>
                    <a:pt x="3647371" y="543589"/>
                    <a:pt x="3668596" y="503309"/>
                  </a:cubicBezTo>
                  <a:lnTo>
                    <a:pt x="3668596" y="303204"/>
                  </a:lnTo>
                  <a:cubicBezTo>
                    <a:pt x="3646761" y="264447"/>
                    <a:pt x="3614389" y="245030"/>
                    <a:pt x="3571329" y="245030"/>
                  </a:cubicBezTo>
                  <a:cubicBezTo>
                    <a:pt x="3534529" y="245030"/>
                    <a:pt x="3506967" y="260030"/>
                    <a:pt x="3488720" y="289955"/>
                  </a:cubicBezTo>
                  <a:cubicBezTo>
                    <a:pt x="3470473" y="319651"/>
                    <a:pt x="3461311" y="360312"/>
                    <a:pt x="3461311" y="412013"/>
                  </a:cubicBezTo>
                  <a:close/>
                  <a:moveTo>
                    <a:pt x="3931157" y="537726"/>
                  </a:moveTo>
                  <a:lnTo>
                    <a:pt x="3931157" y="617981"/>
                  </a:lnTo>
                  <a:lnTo>
                    <a:pt x="3852976" y="617981"/>
                  </a:lnTo>
                  <a:lnTo>
                    <a:pt x="3852976" y="537726"/>
                  </a:lnTo>
                  <a:lnTo>
                    <a:pt x="3931157" y="537726"/>
                  </a:lnTo>
                  <a:close/>
                </a:path>
              </a:pathLst>
            </a:custGeom>
            <a:grpFill/>
            <a:ln w="7620" cap="flat">
              <a:noFill/>
              <a:prstDash val="solid"/>
              <a:miter/>
            </a:ln>
          </p:spPr>
          <p:txBody>
            <a:bodyPr/>
            <a:lstStyle/>
            <a:p>
              <a:endParaRPr lang="en-US" dirty="0"/>
            </a:p>
          </p:txBody>
        </p:sp>
        <p:sp>
          <p:nvSpPr>
            <p:cNvPr id="5" name="Freeform 4">
              <a:extLst>
                <a:ext uri="{FF2B5EF4-FFF2-40B4-BE49-F238E27FC236}">
                  <a16:creationId xmlns:a16="http://schemas.microsoft.com/office/drawing/2014/main" id="{9023220D-F524-649D-66C0-681FFBBEC65B}"/>
                </a:ext>
              </a:extLst>
            </p:cNvPr>
            <p:cNvSpPr/>
            <p:nvPr/>
          </p:nvSpPr>
          <p:spPr>
            <a:xfrm>
              <a:off x="9772" y="2251484"/>
              <a:ext cx="3340528" cy="1210911"/>
            </a:xfrm>
            <a:custGeom>
              <a:avLst/>
              <a:gdLst>
                <a:gd name="csX0" fmla="*/ 2601633 w 3340528"/>
                <a:gd name="csY0" fmla="*/ 1210912 h 1210911"/>
                <a:gd name="csX1" fmla="*/ 3340529 w 3340528"/>
                <a:gd name="csY1" fmla="*/ 1210912 h 1210911"/>
                <a:gd name="csX2" fmla="*/ 3340529 w 3340528"/>
                <a:gd name="csY2" fmla="*/ 989029 h 1210911"/>
                <a:gd name="csX3" fmla="*/ 2663399 w 3340528"/>
                <a:gd name="csY3" fmla="*/ 989029 h 1210911"/>
                <a:gd name="csX4" fmla="*/ 2663399 w 3340528"/>
                <a:gd name="csY4" fmla="*/ 0 h 1210911"/>
                <a:gd name="csX5" fmla="*/ 2406946 w 3340528"/>
                <a:gd name="csY5" fmla="*/ 0 h 1210911"/>
                <a:gd name="csX6" fmla="*/ 2406946 w 3340528"/>
                <a:gd name="csY6" fmla="*/ 1019487 h 1210911"/>
                <a:gd name="csX7" fmla="*/ 2601633 w 3340528"/>
                <a:gd name="csY7" fmla="*/ 1210835 h 1210911"/>
                <a:gd name="csX8" fmla="*/ 1029629 w 3340528"/>
                <a:gd name="csY8" fmla="*/ 1210912 h 1210911"/>
                <a:gd name="csX9" fmla="*/ 1029629 w 3340528"/>
                <a:gd name="csY9" fmla="*/ 1001212 h 1210911"/>
                <a:gd name="csX10" fmla="*/ 223394 w 3340528"/>
                <a:gd name="csY10" fmla="*/ 1001212 h 1210911"/>
                <a:gd name="csX11" fmla="*/ 223394 w 3340528"/>
                <a:gd name="csY11" fmla="*/ 709887 h 1210911"/>
                <a:gd name="csX12" fmla="*/ 1029629 w 3340528"/>
                <a:gd name="csY12" fmla="*/ 709887 h 1210911"/>
                <a:gd name="csX13" fmla="*/ 1029629 w 3340528"/>
                <a:gd name="csY13" fmla="*/ 500263 h 1210911"/>
                <a:gd name="csX14" fmla="*/ 223394 w 3340528"/>
                <a:gd name="csY14" fmla="*/ 500263 h 1210911"/>
                <a:gd name="csX15" fmla="*/ 223394 w 3340528"/>
                <a:gd name="csY15" fmla="*/ 208786 h 1210911"/>
                <a:gd name="csX16" fmla="*/ 1029629 w 3340528"/>
                <a:gd name="csY16" fmla="*/ 208786 h 1210911"/>
                <a:gd name="csX17" fmla="*/ 1029629 w 3340528"/>
                <a:gd name="csY17" fmla="*/ 0 h 1210911"/>
                <a:gd name="csX18" fmla="*/ 194611 w 3340528"/>
                <a:gd name="csY18" fmla="*/ 0 h 1210911"/>
                <a:gd name="csX19" fmla="*/ 0 w 3340528"/>
                <a:gd name="csY19" fmla="*/ 191349 h 1210911"/>
                <a:gd name="csX20" fmla="*/ 0 w 3340528"/>
                <a:gd name="csY20" fmla="*/ 1019487 h 1210911"/>
                <a:gd name="csX21" fmla="*/ 194687 w 3340528"/>
                <a:gd name="csY21" fmla="*/ 1210835 h 1210911"/>
                <a:gd name="csX22" fmla="*/ 1029629 w 3340528"/>
                <a:gd name="csY22" fmla="*/ 1210835 h 1210911"/>
                <a:gd name="csX23" fmla="*/ 2031619 w 3340528"/>
                <a:gd name="csY23" fmla="*/ 1210912 h 1210911"/>
                <a:gd name="csX24" fmla="*/ 2306701 w 3340528"/>
                <a:gd name="csY24" fmla="*/ 1210912 h 1210911"/>
                <a:gd name="csX25" fmla="*/ 1861974 w 3340528"/>
                <a:gd name="csY25" fmla="*/ 605494 h 1210911"/>
                <a:gd name="csX26" fmla="*/ 2306701 w 3340528"/>
                <a:gd name="csY26" fmla="*/ 0 h 1210911"/>
                <a:gd name="csX27" fmla="*/ 2031619 w 3340528"/>
                <a:gd name="csY27" fmla="*/ 0 h 1210911"/>
                <a:gd name="csX28" fmla="*/ 1718974 w 3340528"/>
                <a:gd name="csY28" fmla="*/ 429145 h 1210911"/>
                <a:gd name="csX29" fmla="*/ 1406253 w 3340528"/>
                <a:gd name="csY29" fmla="*/ 0 h 1210911"/>
                <a:gd name="csX30" fmla="*/ 1131171 w 3340528"/>
                <a:gd name="csY30" fmla="*/ 0 h 1210911"/>
                <a:gd name="csX31" fmla="*/ 1575898 w 3340528"/>
                <a:gd name="csY31" fmla="*/ 605418 h 1210911"/>
                <a:gd name="csX32" fmla="*/ 1131171 w 3340528"/>
                <a:gd name="csY32" fmla="*/ 1210835 h 1210911"/>
                <a:gd name="csX33" fmla="*/ 1406253 w 3340528"/>
                <a:gd name="csY33" fmla="*/ 1210835 h 1210911"/>
                <a:gd name="csX34" fmla="*/ 1718974 w 3340528"/>
                <a:gd name="csY34" fmla="*/ 781766 h 1210911"/>
                <a:gd name="csX35" fmla="*/ 2031619 w 3340528"/>
                <a:gd name="csY35" fmla="*/ 1210835 h 1210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340528" h="1210911">
                  <a:moveTo>
                    <a:pt x="2601633" y="1210912"/>
                  </a:moveTo>
                  <a:lnTo>
                    <a:pt x="3340529" y="1210912"/>
                  </a:lnTo>
                  <a:lnTo>
                    <a:pt x="3340529" y="989029"/>
                  </a:lnTo>
                  <a:lnTo>
                    <a:pt x="2663399" y="989029"/>
                  </a:lnTo>
                  <a:lnTo>
                    <a:pt x="2663399" y="0"/>
                  </a:lnTo>
                  <a:lnTo>
                    <a:pt x="2406946" y="0"/>
                  </a:lnTo>
                  <a:lnTo>
                    <a:pt x="2406946" y="1019487"/>
                  </a:lnTo>
                  <a:cubicBezTo>
                    <a:pt x="2406946" y="1125174"/>
                    <a:pt x="2494135" y="1210835"/>
                    <a:pt x="2601633" y="1210835"/>
                  </a:cubicBezTo>
                  <a:close/>
                  <a:moveTo>
                    <a:pt x="1029629" y="1210912"/>
                  </a:moveTo>
                  <a:lnTo>
                    <a:pt x="1029629" y="1001212"/>
                  </a:lnTo>
                  <a:lnTo>
                    <a:pt x="223394" y="1001212"/>
                  </a:lnTo>
                  <a:lnTo>
                    <a:pt x="223394" y="709887"/>
                  </a:lnTo>
                  <a:lnTo>
                    <a:pt x="1029629" y="709887"/>
                  </a:lnTo>
                  <a:lnTo>
                    <a:pt x="1029629" y="500263"/>
                  </a:lnTo>
                  <a:lnTo>
                    <a:pt x="223394" y="500263"/>
                  </a:lnTo>
                  <a:lnTo>
                    <a:pt x="223394" y="208786"/>
                  </a:lnTo>
                  <a:lnTo>
                    <a:pt x="1029629" y="208786"/>
                  </a:lnTo>
                  <a:lnTo>
                    <a:pt x="1029629" y="0"/>
                  </a:lnTo>
                  <a:lnTo>
                    <a:pt x="194611" y="0"/>
                  </a:lnTo>
                  <a:cubicBezTo>
                    <a:pt x="87113" y="0"/>
                    <a:pt x="0" y="85662"/>
                    <a:pt x="0" y="191349"/>
                  </a:cubicBezTo>
                  <a:lnTo>
                    <a:pt x="0" y="1019487"/>
                  </a:lnTo>
                  <a:cubicBezTo>
                    <a:pt x="0" y="1125174"/>
                    <a:pt x="87189" y="1210835"/>
                    <a:pt x="194687" y="1210835"/>
                  </a:cubicBezTo>
                  <a:lnTo>
                    <a:pt x="1029629" y="1210835"/>
                  </a:lnTo>
                  <a:close/>
                  <a:moveTo>
                    <a:pt x="2031619" y="1210912"/>
                  </a:moveTo>
                  <a:lnTo>
                    <a:pt x="2306701" y="1210912"/>
                  </a:lnTo>
                  <a:lnTo>
                    <a:pt x="1861974" y="605494"/>
                  </a:lnTo>
                  <a:lnTo>
                    <a:pt x="2306701" y="0"/>
                  </a:lnTo>
                  <a:lnTo>
                    <a:pt x="2031619" y="0"/>
                  </a:lnTo>
                  <a:lnTo>
                    <a:pt x="1718974" y="429145"/>
                  </a:lnTo>
                  <a:lnTo>
                    <a:pt x="1406253" y="0"/>
                  </a:lnTo>
                  <a:lnTo>
                    <a:pt x="1131171" y="0"/>
                  </a:lnTo>
                  <a:lnTo>
                    <a:pt x="1575898" y="605418"/>
                  </a:lnTo>
                  <a:lnTo>
                    <a:pt x="1131171" y="1210835"/>
                  </a:lnTo>
                  <a:lnTo>
                    <a:pt x="1406253" y="1210835"/>
                  </a:lnTo>
                  <a:lnTo>
                    <a:pt x="1718974" y="781766"/>
                  </a:lnTo>
                  <a:lnTo>
                    <a:pt x="2031619" y="1210835"/>
                  </a:lnTo>
                  <a:close/>
                </a:path>
              </a:pathLst>
            </a:custGeom>
            <a:solidFill>
              <a:schemeClr val="accent5"/>
            </a:solidFill>
            <a:ln w="7620" cap="flat">
              <a:noFill/>
              <a:prstDash val="solid"/>
              <a:miter/>
            </a:ln>
          </p:spPr>
          <p:txBody>
            <a:bodyPr/>
            <a:lstStyle/>
            <a:p>
              <a:endParaRPr lang="en-US"/>
            </a:p>
          </p:txBody>
        </p:sp>
      </p:grpSp>
    </p:spTree>
    <p:extLst>
      <p:ext uri="{BB962C8B-B14F-4D97-AF65-F5344CB8AC3E}">
        <p14:creationId xmlns:p14="http://schemas.microsoft.com/office/powerpoint/2010/main" val="2460137349"/>
      </p:ext>
    </p:extLst>
  </p:cSld>
  <p:clrMapOvr>
    <a:masterClrMapping/>
  </p:clrMapOvr>
  <p:transition spd="med"/>
  <p:extLst>
    <p:ext uri="{DCECCB84-F9BA-43D5-87BE-67443E8EF086}">
      <p15:sldGuideLst xmlns:p15="http://schemas.microsoft.com/office/powerpoint/2012/main">
        <p15:guide id="1" pos="288">
          <p15:clr>
            <a:srgbClr val="FBAE40"/>
          </p15:clr>
        </p15:guide>
        <p15:guide id="2" pos="3720">
          <p15:clr>
            <a:srgbClr val="FBAE40"/>
          </p15:clr>
        </p15:guide>
        <p15:guide id="3" pos="3840">
          <p15:clr>
            <a:srgbClr val="FBAE40"/>
          </p15:clr>
        </p15:guide>
        <p15:guide id="4" pos="3960">
          <p15:clr>
            <a:srgbClr val="FBAE40"/>
          </p15:clr>
        </p15:guide>
        <p15:guide id="5" pos="7395">
          <p15:clr>
            <a:srgbClr val="FBAE40"/>
          </p15:clr>
        </p15:guide>
        <p15:guide id="6" orient="horz" pos="289">
          <p15:clr>
            <a:srgbClr val="FBAE40"/>
          </p15:clr>
        </p15:guide>
        <p15:guide id="7" orient="horz" pos="799">
          <p15:clr>
            <a:srgbClr val="FBAE40"/>
          </p15:clr>
        </p15:guide>
        <p15:guide id="8" orient="horz" pos="993">
          <p15:clr>
            <a:srgbClr val="FBAE40"/>
          </p15:clr>
        </p15:guide>
        <p15:guide id="9" orient="horz" pos="3542">
          <p15:clr>
            <a:srgbClr val="FBAE40"/>
          </p15:clr>
        </p15:guide>
        <p15:guide id="10" orient="horz" pos="3585">
          <p15:clr>
            <a:srgbClr val="FBAE40"/>
          </p15:clr>
        </p15:guide>
        <p15:guide id="11" orient="horz" pos="3888">
          <p15:clr>
            <a:srgbClr val="FBAE40"/>
          </p15:clr>
        </p15:guide>
        <p15:guide id="12" orient="horz" pos="41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Cover title white photo">
    <p:bg>
      <p:bgPr>
        <a:solidFill>
          <a:schemeClr val="accent6">
            <a:hueOff val="-11657143"/>
            <a:satOff val="-72413"/>
            <a:lumOff val="5686"/>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AB5BC7-871D-DDD3-46A2-D59FDD6AD55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7" name="Title Text">
            <a:extLst>
              <a:ext uri="{FF2B5EF4-FFF2-40B4-BE49-F238E27FC236}">
                <a16:creationId xmlns:a16="http://schemas.microsoft.com/office/drawing/2014/main" id="{14BA7E1B-AD15-1B60-D6B4-62B6753E2A30}"/>
              </a:ext>
            </a:extLst>
          </p:cNvPr>
          <p:cNvSpPr txBox="1">
            <a:spLocks noGrp="1"/>
          </p:cNvSpPr>
          <p:nvPr>
            <p:ph type="title" hasCustomPrompt="1"/>
          </p:nvPr>
        </p:nvSpPr>
        <p:spPr>
          <a:xfrm>
            <a:off x="457199" y="457200"/>
            <a:ext cx="6254497" cy="3413548"/>
          </a:xfrm>
          <a:prstGeom prst="rect">
            <a:avLst/>
          </a:prstGeom>
        </p:spPr>
        <p:txBody>
          <a:bodyPr anchor="b">
            <a:normAutofit/>
          </a:bodyPr>
          <a:lstStyle>
            <a:lvl1pPr>
              <a:lnSpc>
                <a:spcPct val="70000"/>
              </a:lnSpc>
              <a:defRPr sz="6000">
                <a:solidFill>
                  <a:schemeClr val="accent6">
                    <a:hueOff val="-11657143"/>
                    <a:satOff val="-72413"/>
                    <a:lumOff val="5686"/>
                  </a:schemeClr>
                </a:solidFill>
              </a:defRPr>
            </a:lvl1pPr>
          </a:lstStyle>
          <a:p>
            <a:r>
              <a:rPr lang="en-US" dirty="0"/>
              <a:t>TITLE TEXT</a:t>
            </a:r>
          </a:p>
        </p:txBody>
      </p:sp>
      <p:sp>
        <p:nvSpPr>
          <p:cNvPr id="8" name="Body Level One…">
            <a:extLst>
              <a:ext uri="{FF2B5EF4-FFF2-40B4-BE49-F238E27FC236}">
                <a16:creationId xmlns:a16="http://schemas.microsoft.com/office/drawing/2014/main" id="{8FEE60E8-824B-D586-EA8C-E81AB1C89906}"/>
              </a:ext>
            </a:extLst>
          </p:cNvPr>
          <p:cNvSpPr txBox="1">
            <a:spLocks noGrp="1"/>
          </p:cNvSpPr>
          <p:nvPr>
            <p:ph type="body" sz="quarter" idx="1" hasCustomPrompt="1"/>
          </p:nvPr>
        </p:nvSpPr>
        <p:spPr>
          <a:xfrm>
            <a:off x="457197" y="4027502"/>
            <a:ext cx="6254497" cy="401064"/>
          </a:xfrm>
          <a:prstGeom prst="rect">
            <a:avLst/>
          </a:prstGeom>
        </p:spPr>
        <p:txBody>
          <a:bodyPr>
            <a:noAutofit/>
          </a:bodyPr>
          <a:lstStyle>
            <a:lvl1pPr marL="0" indent="0">
              <a:spcBef>
                <a:spcPts val="0"/>
              </a:spcBef>
              <a:buClrTx/>
              <a:buSzTx/>
              <a:buFontTx/>
              <a:buNone/>
              <a:defRPr sz="2800" b="1" i="0">
                <a:solidFill>
                  <a:schemeClr val="accent6">
                    <a:hueOff val="-11657143"/>
                    <a:satOff val="-72413"/>
                    <a:lumOff val="5686"/>
                  </a:schemeClr>
                </a:solidFill>
                <a:latin typeface="Yantramanav" panose="02000000000000000000" pitchFamily="2" charset="0"/>
                <a:ea typeface="+mj-ea"/>
                <a:cs typeface="Yantramanav" panose="02000000000000000000" pitchFamily="2" charset="0"/>
                <a:sym typeface="Calibri"/>
              </a:defRPr>
            </a:lvl1pPr>
            <a:lvl2pPr marL="0" indent="4572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2pPr>
            <a:lvl3pPr marL="0" indent="9144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3pPr>
            <a:lvl4pPr marL="0" indent="13716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4pPr>
            <a:lvl5pPr marL="0" indent="18288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5pPr>
          </a:lstStyle>
          <a:p>
            <a:r>
              <a:rPr dirty="0"/>
              <a:t>Body Level One</a:t>
            </a:r>
          </a:p>
        </p:txBody>
      </p:sp>
      <p:sp>
        <p:nvSpPr>
          <p:cNvPr id="3" name="TextBox 12">
            <a:extLst>
              <a:ext uri="{FF2B5EF4-FFF2-40B4-BE49-F238E27FC236}">
                <a16:creationId xmlns:a16="http://schemas.microsoft.com/office/drawing/2014/main" id="{18A0EC5E-A147-3F02-9F8F-7B661973068E}"/>
              </a:ext>
            </a:extLst>
          </p:cNvPr>
          <p:cNvSpPr txBox="1"/>
          <p:nvPr userDrawn="1"/>
        </p:nvSpPr>
        <p:spPr>
          <a:xfrm>
            <a:off x="8122289" y="6462215"/>
            <a:ext cx="2355259"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800"/>
            </a:lvl1pPr>
          </a:lstStyle>
          <a:p>
            <a:r>
              <a:rPr b="0" i="0" dirty="0">
                <a:solidFill>
                  <a:schemeClr val="bg1"/>
                </a:solidFill>
                <a:latin typeface="Yantramanav Light" panose="02000000000000000000" pitchFamily="2" charset="0"/>
                <a:cs typeface="Yantramanav Light" panose="02000000000000000000" pitchFamily="2" charset="0"/>
              </a:rPr>
              <a:t>©2026 </a:t>
            </a:r>
            <a:r>
              <a:rPr b="0" i="0" dirty="0" err="1">
                <a:solidFill>
                  <a:schemeClr val="bg1"/>
                </a:solidFill>
                <a:latin typeface="Yantramanav Light" panose="02000000000000000000" pitchFamily="2" charset="0"/>
                <a:cs typeface="Yantramanav Light" panose="02000000000000000000" pitchFamily="2" charset="0"/>
              </a:rPr>
              <a:t>ExlService</a:t>
            </a:r>
            <a:r>
              <a:rPr b="0" i="0" dirty="0">
                <a:solidFill>
                  <a:schemeClr val="bg1"/>
                </a:solidFill>
                <a:latin typeface="Yantramanav Light" panose="02000000000000000000" pitchFamily="2" charset="0"/>
                <a:cs typeface="Yantramanav Light" panose="02000000000000000000" pitchFamily="2" charset="0"/>
              </a:rPr>
              <a:t> Holdings, Inc. All rights reserved.</a:t>
            </a:r>
          </a:p>
        </p:txBody>
      </p:sp>
      <p:sp>
        <p:nvSpPr>
          <p:cNvPr id="6" name="Body Level One…">
            <a:extLst>
              <a:ext uri="{FF2B5EF4-FFF2-40B4-BE49-F238E27FC236}">
                <a16:creationId xmlns:a16="http://schemas.microsoft.com/office/drawing/2014/main" id="{95B6DF35-4BA0-17A9-D6A6-97863A582D0F}"/>
              </a:ext>
            </a:extLst>
          </p:cNvPr>
          <p:cNvSpPr txBox="1">
            <a:spLocks noGrp="1"/>
          </p:cNvSpPr>
          <p:nvPr>
            <p:ph type="body" sz="quarter" idx="11" hasCustomPrompt="1"/>
          </p:nvPr>
        </p:nvSpPr>
        <p:spPr>
          <a:xfrm>
            <a:off x="457197" y="4485716"/>
            <a:ext cx="6254497" cy="401064"/>
          </a:xfrm>
          <a:prstGeom prst="rect">
            <a:avLst/>
          </a:prstGeom>
        </p:spPr>
        <p:txBody>
          <a:bodyPr>
            <a:noAutofit/>
          </a:bodyPr>
          <a:lstStyle>
            <a:lvl1pPr marL="0" indent="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1pPr>
            <a:lvl2pPr marL="0" indent="4572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2pPr>
            <a:lvl3pPr marL="0" indent="9144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3pPr>
            <a:lvl4pPr marL="0" indent="13716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4pPr>
            <a:lvl5pPr marL="0" indent="1828800">
              <a:spcBef>
                <a:spcPts val="0"/>
              </a:spcBef>
              <a:buClrTx/>
              <a:buSzTx/>
              <a:buFontTx/>
              <a:buNone/>
              <a:defRPr sz="2400" b="0" i="0">
                <a:solidFill>
                  <a:schemeClr val="accent6">
                    <a:hueOff val="-11657143"/>
                    <a:satOff val="-72413"/>
                    <a:lumOff val="5686"/>
                  </a:schemeClr>
                </a:solidFill>
                <a:latin typeface="Yantramanav Light" panose="02000000000000000000" pitchFamily="2" charset="0"/>
                <a:ea typeface="+mj-ea"/>
                <a:cs typeface="Yantramanav Light" panose="02000000000000000000" pitchFamily="2" charset="0"/>
                <a:sym typeface="Calibri"/>
              </a:defRPr>
            </a:lvl5pPr>
          </a:lstStyle>
          <a:p>
            <a:r>
              <a:rPr dirty="0"/>
              <a:t>Body Level One</a:t>
            </a:r>
          </a:p>
        </p:txBody>
      </p:sp>
      <p:sp>
        <p:nvSpPr>
          <p:cNvPr id="9" name="Slide Number Placeholder 8">
            <a:extLst>
              <a:ext uri="{FF2B5EF4-FFF2-40B4-BE49-F238E27FC236}">
                <a16:creationId xmlns:a16="http://schemas.microsoft.com/office/drawing/2014/main" id="{E089D6F6-7D40-C541-D3E4-6907CCC87214}"/>
              </a:ext>
            </a:extLst>
          </p:cNvPr>
          <p:cNvSpPr>
            <a:spLocks noGrp="1"/>
          </p:cNvSpPr>
          <p:nvPr>
            <p:ph type="sldNum" sz="quarter" idx="12"/>
          </p:nvPr>
        </p:nvSpPr>
        <p:spPr>
          <a:xfrm>
            <a:off x="11813008" y="6468692"/>
            <a:ext cx="204541" cy="215442"/>
          </a:xfrm>
          <a:prstGeom prst="rect">
            <a:avLst/>
          </a:prstGeom>
        </p:spPr>
        <p:txBody>
          <a:bodyPr/>
          <a:lstStyle>
            <a:lvl1pPr>
              <a:defRPr>
                <a:solidFill>
                  <a:schemeClr val="bg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11355685"/>
      </p:ext>
    </p:extLst>
  </p:cSld>
  <p:clrMapOvr>
    <a:masterClrMapping/>
  </p:clrMapOvr>
  <p:transition spd="med"/>
  <p:extLst>
    <p:ext uri="{DCECCB84-F9BA-43D5-87BE-67443E8EF086}">
      <p15:sldGuideLst xmlns:p15="http://schemas.microsoft.com/office/powerpoint/2012/main">
        <p15:guide id="1" pos="288">
          <p15:clr>
            <a:srgbClr val="FBAE40"/>
          </p15:clr>
        </p15:guide>
        <p15:guide id="2" pos="3720">
          <p15:clr>
            <a:srgbClr val="FBAE40"/>
          </p15:clr>
        </p15:guide>
        <p15:guide id="3" pos="3840">
          <p15:clr>
            <a:srgbClr val="FBAE40"/>
          </p15:clr>
        </p15:guide>
        <p15:guide id="4" pos="3960">
          <p15:clr>
            <a:srgbClr val="FBAE40"/>
          </p15:clr>
        </p15:guide>
        <p15:guide id="5" pos="7395">
          <p15:clr>
            <a:srgbClr val="FBAE40"/>
          </p15:clr>
        </p15:guide>
        <p15:guide id="6" orient="horz" pos="289">
          <p15:clr>
            <a:srgbClr val="FBAE40"/>
          </p15:clr>
        </p15:guide>
        <p15:guide id="7" orient="horz" pos="799">
          <p15:clr>
            <a:srgbClr val="FBAE40"/>
          </p15:clr>
        </p15:guide>
        <p15:guide id="8" orient="horz" pos="993">
          <p15:clr>
            <a:srgbClr val="FBAE40"/>
          </p15:clr>
        </p15:guide>
        <p15:guide id="9" orient="horz" pos="3542">
          <p15:clr>
            <a:srgbClr val="FBAE40"/>
          </p15:clr>
        </p15:guide>
        <p15:guide id="10" orient="horz" pos="3585">
          <p15:clr>
            <a:srgbClr val="FBAE40"/>
          </p15:clr>
        </p15:guide>
        <p15:guide id="11" orient="horz" pos="3888">
          <p15:clr>
            <a:srgbClr val="FBAE40"/>
          </p15:clr>
        </p15:guide>
        <p15:guide id="12" orient="horz" pos="4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One column subtitle">
    <p:bg>
      <p:bgPr>
        <a:gradFill>
          <a:gsLst>
            <a:gs pos="100000">
              <a:schemeClr val="accent6">
                <a:lumMod val="90000"/>
              </a:schemeClr>
            </a:gs>
            <a:gs pos="81000">
              <a:schemeClr val="accent6"/>
            </a:gs>
          </a:gsLst>
          <a:lin ang="3754086" scaled="1"/>
        </a:gra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A9FE72DC-CA71-9F70-F81B-C0F97051F34F}"/>
              </a:ext>
            </a:extLst>
          </p:cNvPr>
          <p:cNvSpPr txBox="1">
            <a:spLocks/>
          </p:cNvSpPr>
          <p:nvPr userDrawn="1"/>
        </p:nvSpPr>
        <p:spPr>
          <a:xfrm>
            <a:off x="11804664" y="6439760"/>
            <a:ext cx="250567" cy="291149"/>
          </a:xfrm>
          <a:prstGeom prst="rect">
            <a:avLst/>
          </a:prstGeom>
        </p:spPr>
        <p:txBody>
          <a:bodyPr lIns="45719" tIns="45719" rIns="45719" bIns="45719"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800" b="0" i="0" u="none" strike="noStrike" cap="none" spc="0" normalizeH="0" baseline="0">
                <a:ln>
                  <a:noFill/>
                </a:ln>
                <a:solidFill>
                  <a:schemeClr val="bg1"/>
                </a:solidFill>
                <a:effectLst/>
                <a:uFillTx/>
                <a:latin typeface="Yantramanav" panose="02000000000000000000" pitchFamily="2" charset="0"/>
                <a:ea typeface="+mj-ea"/>
                <a:cs typeface="Yantramanav" panose="02000000000000000000" pitchFamily="2" charset="0"/>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z="1000" smtClean="0">
                <a:solidFill>
                  <a:schemeClr val="tx1"/>
                </a:solidFill>
                <a:latin typeface="Yantramanav Light" panose="02000000000000000000" pitchFamily="2" charset="0"/>
                <a:cs typeface="Yantramanav Light" panose="02000000000000000000" pitchFamily="2" charset="0"/>
              </a:rPr>
              <a:pPr/>
              <a:t>‹#›</a:t>
            </a:fld>
            <a:endParaRPr lang="en-US" sz="1000" dirty="0">
              <a:solidFill>
                <a:schemeClr val="tx1"/>
              </a:solidFill>
              <a:latin typeface="Yantramanav Light" panose="02000000000000000000" pitchFamily="2" charset="0"/>
              <a:cs typeface="Yantramanav Light" panose="02000000000000000000" pitchFamily="2" charset="0"/>
            </a:endParaRPr>
          </a:p>
        </p:txBody>
      </p:sp>
      <p:pic>
        <p:nvPicPr>
          <p:cNvPr id="3" name="Graphic 2">
            <a:extLst>
              <a:ext uri="{FF2B5EF4-FFF2-40B4-BE49-F238E27FC236}">
                <a16:creationId xmlns:a16="http://schemas.microsoft.com/office/drawing/2014/main" id="{571DA566-AF8F-DB57-FB1E-D8C39BD1EA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73565" y="6281223"/>
            <a:ext cx="651339" cy="346628"/>
          </a:xfrm>
          <a:prstGeom prst="rect">
            <a:avLst/>
          </a:prstGeom>
        </p:spPr>
      </p:pic>
      <p:sp>
        <p:nvSpPr>
          <p:cNvPr id="2" name="Title 1">
            <a:extLst>
              <a:ext uri="{FF2B5EF4-FFF2-40B4-BE49-F238E27FC236}">
                <a16:creationId xmlns:a16="http://schemas.microsoft.com/office/drawing/2014/main" id="{361E2CAF-FD20-5476-25B4-9CF39C574EB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88731126"/>
      </p:ext>
    </p:extLst>
  </p:cSld>
  <p:clrMapOvr>
    <a:masterClrMapping/>
  </p:clrMapOvr>
  <p:transition spd="med"/>
  <p:extLst>
    <p:ext uri="{DCECCB84-F9BA-43D5-87BE-67443E8EF086}">
      <p15:sldGuideLst xmlns:p15="http://schemas.microsoft.com/office/powerpoint/2012/main">
        <p15:guide id="1" pos="288">
          <p15:clr>
            <a:srgbClr val="FBAE40"/>
          </p15:clr>
        </p15:guide>
        <p15:guide id="2" pos="3720">
          <p15:clr>
            <a:srgbClr val="FBAE40"/>
          </p15:clr>
        </p15:guide>
        <p15:guide id="3" pos="3840">
          <p15:clr>
            <a:srgbClr val="FBAE40"/>
          </p15:clr>
        </p15:guide>
        <p15:guide id="4" pos="3960">
          <p15:clr>
            <a:srgbClr val="FBAE40"/>
          </p15:clr>
        </p15:guide>
        <p15:guide id="5" pos="7395">
          <p15:clr>
            <a:srgbClr val="FBAE40"/>
          </p15:clr>
        </p15:guide>
        <p15:guide id="6" orient="horz" pos="289">
          <p15:clr>
            <a:srgbClr val="FBAE40"/>
          </p15:clr>
        </p15:guide>
        <p15:guide id="7" orient="horz" pos="799">
          <p15:clr>
            <a:srgbClr val="FBAE40"/>
          </p15:clr>
        </p15:guide>
        <p15:guide id="8" orient="horz" pos="993">
          <p15:clr>
            <a:srgbClr val="FBAE40"/>
          </p15:clr>
        </p15:guide>
        <p15:guide id="9" orient="horz" pos="3542">
          <p15:clr>
            <a:srgbClr val="FBAE40"/>
          </p15:clr>
        </p15:guide>
        <p15:guide id="10" orient="horz" pos="3585">
          <p15:clr>
            <a:srgbClr val="FBAE40"/>
          </p15:clr>
        </p15:guide>
        <p15:guide id="11" orient="horz" pos="3888">
          <p15:clr>
            <a:srgbClr val="FBAE40"/>
          </p15:clr>
        </p15:guide>
        <p15:guide id="12" orient="horz" pos="416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One column subtitl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A9FE72DC-CA71-9F70-F81B-C0F97051F34F}"/>
              </a:ext>
            </a:extLst>
          </p:cNvPr>
          <p:cNvSpPr txBox="1">
            <a:spLocks/>
          </p:cNvSpPr>
          <p:nvPr userDrawn="1"/>
        </p:nvSpPr>
        <p:spPr>
          <a:xfrm>
            <a:off x="11804664" y="6439760"/>
            <a:ext cx="250567" cy="291149"/>
          </a:xfrm>
          <a:prstGeom prst="rect">
            <a:avLst/>
          </a:prstGeom>
        </p:spPr>
        <p:txBody>
          <a:bodyPr lIns="45719" tIns="45719" rIns="45719" bIns="45719"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800" b="0" i="0" u="none" strike="noStrike" cap="none" spc="0" normalizeH="0" baseline="0">
                <a:ln>
                  <a:noFill/>
                </a:ln>
                <a:solidFill>
                  <a:schemeClr val="bg1"/>
                </a:solidFill>
                <a:effectLst/>
                <a:uFillTx/>
                <a:latin typeface="Yantramanav" panose="02000000000000000000" pitchFamily="2" charset="0"/>
                <a:ea typeface="+mj-ea"/>
                <a:cs typeface="Yantramanav" panose="02000000000000000000" pitchFamily="2" charset="0"/>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z="1000" smtClean="0">
                <a:solidFill>
                  <a:schemeClr val="tx1"/>
                </a:solidFill>
                <a:latin typeface="Yantramanav Light" panose="02000000000000000000" pitchFamily="2" charset="0"/>
                <a:cs typeface="Yantramanav Light" panose="02000000000000000000" pitchFamily="2" charset="0"/>
              </a:rPr>
              <a:pPr/>
              <a:t>‹#›</a:t>
            </a:fld>
            <a:endParaRPr lang="en-US" sz="1000" dirty="0">
              <a:solidFill>
                <a:schemeClr val="tx1"/>
              </a:solidFill>
              <a:latin typeface="Yantramanav Light" panose="02000000000000000000" pitchFamily="2" charset="0"/>
              <a:cs typeface="Yantramanav Light" panose="02000000000000000000" pitchFamily="2" charset="0"/>
            </a:endParaRPr>
          </a:p>
        </p:txBody>
      </p:sp>
      <p:pic>
        <p:nvPicPr>
          <p:cNvPr id="3" name="Graphic 2">
            <a:extLst>
              <a:ext uri="{FF2B5EF4-FFF2-40B4-BE49-F238E27FC236}">
                <a16:creationId xmlns:a16="http://schemas.microsoft.com/office/drawing/2014/main" id="{C093594F-FE54-7EC7-8C7F-D0834F56F9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73565" y="6281223"/>
            <a:ext cx="651339" cy="346628"/>
          </a:xfrm>
          <a:prstGeom prst="rect">
            <a:avLst/>
          </a:prstGeom>
        </p:spPr>
      </p:pic>
      <p:sp>
        <p:nvSpPr>
          <p:cNvPr id="2" name="Title 1">
            <a:extLst>
              <a:ext uri="{FF2B5EF4-FFF2-40B4-BE49-F238E27FC236}">
                <a16:creationId xmlns:a16="http://schemas.microsoft.com/office/drawing/2014/main" id="{23A36B6C-E72E-4DAF-3376-FE9F0C74777A}"/>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004284280"/>
      </p:ext>
    </p:extLst>
  </p:cSld>
  <p:clrMapOvr>
    <a:masterClrMapping/>
  </p:clrMapOvr>
  <p:transition spd="med"/>
  <p:extLst>
    <p:ext uri="{DCECCB84-F9BA-43D5-87BE-67443E8EF086}">
      <p15:sldGuideLst xmlns:p15="http://schemas.microsoft.com/office/powerpoint/2012/main">
        <p15:guide id="1" pos="288">
          <p15:clr>
            <a:srgbClr val="FBAE40"/>
          </p15:clr>
        </p15:guide>
        <p15:guide id="2" pos="3720">
          <p15:clr>
            <a:srgbClr val="FBAE40"/>
          </p15:clr>
        </p15:guide>
        <p15:guide id="3" pos="3840">
          <p15:clr>
            <a:srgbClr val="FBAE40"/>
          </p15:clr>
        </p15:guide>
        <p15:guide id="4" pos="3960">
          <p15:clr>
            <a:srgbClr val="FBAE40"/>
          </p15:clr>
        </p15:guide>
        <p15:guide id="5" pos="7395">
          <p15:clr>
            <a:srgbClr val="FBAE40"/>
          </p15:clr>
        </p15:guide>
        <p15:guide id="6" orient="horz" pos="289">
          <p15:clr>
            <a:srgbClr val="FBAE40"/>
          </p15:clr>
        </p15:guide>
        <p15:guide id="7" orient="horz" pos="799">
          <p15:clr>
            <a:srgbClr val="FBAE40"/>
          </p15:clr>
        </p15:guide>
        <p15:guide id="8" orient="horz" pos="993">
          <p15:clr>
            <a:srgbClr val="FBAE40"/>
          </p15:clr>
        </p15:guide>
        <p15:guide id="9" orient="horz" pos="3542">
          <p15:clr>
            <a:srgbClr val="FBAE40"/>
          </p15:clr>
        </p15:guide>
        <p15:guide id="10" orient="horz" pos="3585">
          <p15:clr>
            <a:srgbClr val="FBAE40"/>
          </p15:clr>
        </p15:guide>
        <p15:guide id="11" orient="horz" pos="3888">
          <p15:clr>
            <a:srgbClr val="FBAE40"/>
          </p15:clr>
        </p15:guide>
        <p15:guide id="12" orient="horz" pos="416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Contact Slide White">
    <p:bg>
      <p:bgPr>
        <a:solidFill>
          <a:schemeClr val="accent6"/>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B77188-67F0-FC31-B63B-55B6D051AD8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0800000" flipH="1">
            <a:off x="0" y="-2"/>
            <a:ext cx="12192000" cy="6929121"/>
          </a:xfrm>
          <a:prstGeom prst="rect">
            <a:avLst/>
          </a:prstGeom>
        </p:spPr>
      </p:pic>
      <p:sp>
        <p:nvSpPr>
          <p:cNvPr id="3" name="Slide Number">
            <a:extLst>
              <a:ext uri="{FF2B5EF4-FFF2-40B4-BE49-F238E27FC236}">
                <a16:creationId xmlns:a16="http://schemas.microsoft.com/office/drawing/2014/main" id="{74AD5483-8EAC-E9DC-78F1-57A1409A8391}"/>
              </a:ext>
            </a:extLst>
          </p:cNvPr>
          <p:cNvSpPr txBox="1">
            <a:spLocks/>
          </p:cNvSpPr>
          <p:nvPr userDrawn="1"/>
        </p:nvSpPr>
        <p:spPr>
          <a:xfrm>
            <a:off x="11804664" y="6439760"/>
            <a:ext cx="250567" cy="291149"/>
          </a:xfrm>
          <a:prstGeom prst="rect">
            <a:avLst/>
          </a:prstGeom>
        </p:spPr>
        <p:txBody>
          <a:bodyPr lIns="45719" tIns="45719" rIns="45719" bIns="45719"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800" b="0" i="0" u="none" strike="noStrike" cap="none" spc="0" normalizeH="0" baseline="0">
                <a:ln>
                  <a:noFill/>
                </a:ln>
                <a:solidFill>
                  <a:schemeClr val="bg1"/>
                </a:solidFill>
                <a:effectLst/>
                <a:uFillTx/>
                <a:latin typeface="Yantramanav" panose="02000000000000000000" pitchFamily="2" charset="0"/>
                <a:ea typeface="+mj-ea"/>
                <a:cs typeface="Yantramanav" panose="02000000000000000000" pitchFamily="2" charset="0"/>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z="1000" smtClean="0">
                <a:solidFill>
                  <a:schemeClr val="bg1"/>
                </a:solidFill>
                <a:latin typeface="Yantramanav Light" panose="02000000000000000000" pitchFamily="2" charset="0"/>
                <a:cs typeface="Yantramanav Light" panose="02000000000000000000" pitchFamily="2" charset="0"/>
              </a:rPr>
              <a:pPr/>
              <a:t>‹#›</a:t>
            </a:fld>
            <a:endParaRPr lang="en-US" sz="1000" dirty="0">
              <a:solidFill>
                <a:schemeClr val="bg1"/>
              </a:solidFill>
              <a:latin typeface="Yantramanav Light" panose="02000000000000000000" pitchFamily="2" charset="0"/>
              <a:cs typeface="Yantramanav Light" panose="02000000000000000000" pitchFamily="2" charset="0"/>
            </a:endParaRPr>
          </a:p>
        </p:txBody>
      </p:sp>
      <p:sp>
        <p:nvSpPr>
          <p:cNvPr id="16" name="Text Placeholder 3">
            <a:extLst>
              <a:ext uri="{FF2B5EF4-FFF2-40B4-BE49-F238E27FC236}">
                <a16:creationId xmlns:a16="http://schemas.microsoft.com/office/drawing/2014/main" id="{DE8EB621-4BAB-78E0-E671-58D611AB534A}"/>
              </a:ext>
            </a:extLst>
          </p:cNvPr>
          <p:cNvSpPr>
            <a:spLocks noGrp="1"/>
          </p:cNvSpPr>
          <p:nvPr>
            <p:ph type="body" sz="quarter" idx="36"/>
          </p:nvPr>
        </p:nvSpPr>
        <p:spPr>
          <a:xfrm>
            <a:off x="457200" y="2950146"/>
            <a:ext cx="3807870" cy="281143"/>
          </a:xfrm>
        </p:spPr>
        <p:txBody>
          <a:bodyPr/>
          <a:lstStyle>
            <a:lvl1pPr>
              <a:buNone/>
              <a:defRPr lang="en-US" sz="1600" b="1"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marL="228600" marR="0" lvl="0" indent="-228600" algn="l" defTabSz="914400" rtl="0" latinLnBrk="0">
              <a:lnSpc>
                <a:spcPct val="90000"/>
              </a:lnSpc>
              <a:spcBef>
                <a:spcPts val="1000"/>
              </a:spcBef>
              <a:spcAft>
                <a:spcPts val="0"/>
              </a:spcAft>
              <a:buClr>
                <a:srgbClr val="FB4D0A"/>
              </a:buClr>
              <a:buSzPct val="100000"/>
              <a:buFont typeface="Arial"/>
              <a:buNone/>
              <a:tabLst/>
            </a:pPr>
            <a:r>
              <a:rPr lang="en-US"/>
              <a:t>Click to edit Master text styles</a:t>
            </a:r>
          </a:p>
        </p:txBody>
      </p:sp>
      <p:sp>
        <p:nvSpPr>
          <p:cNvPr id="17" name="Text Placeholder 3">
            <a:extLst>
              <a:ext uri="{FF2B5EF4-FFF2-40B4-BE49-F238E27FC236}">
                <a16:creationId xmlns:a16="http://schemas.microsoft.com/office/drawing/2014/main" id="{06CA1BCB-7C31-75A5-8FD7-11328E754BBB}"/>
              </a:ext>
            </a:extLst>
          </p:cNvPr>
          <p:cNvSpPr>
            <a:spLocks noGrp="1"/>
          </p:cNvSpPr>
          <p:nvPr>
            <p:ph type="body" sz="quarter" idx="37"/>
          </p:nvPr>
        </p:nvSpPr>
        <p:spPr>
          <a:xfrm>
            <a:off x="457200" y="3235491"/>
            <a:ext cx="3807870" cy="281143"/>
          </a:xfrm>
        </p:spPr>
        <p:txBody>
          <a:bodyPr/>
          <a:lstStyle>
            <a:lvl1pPr>
              <a:buNone/>
              <a:defRPr lang="en-US" sz="1600" b="1"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lvl="0"/>
            <a:r>
              <a:rPr lang="en-US"/>
              <a:t>Click to edit Master text styles</a:t>
            </a:r>
          </a:p>
        </p:txBody>
      </p:sp>
      <p:sp>
        <p:nvSpPr>
          <p:cNvPr id="18" name="Text Placeholder 3">
            <a:extLst>
              <a:ext uri="{FF2B5EF4-FFF2-40B4-BE49-F238E27FC236}">
                <a16:creationId xmlns:a16="http://schemas.microsoft.com/office/drawing/2014/main" id="{5014C3B0-C099-A24F-6DC0-8A71D0A4F0E4}"/>
              </a:ext>
            </a:extLst>
          </p:cNvPr>
          <p:cNvSpPr>
            <a:spLocks noGrp="1"/>
          </p:cNvSpPr>
          <p:nvPr>
            <p:ph type="body" sz="quarter" idx="38"/>
          </p:nvPr>
        </p:nvSpPr>
        <p:spPr>
          <a:xfrm>
            <a:off x="457200" y="3527320"/>
            <a:ext cx="3807870" cy="623148"/>
          </a:xfrm>
        </p:spPr>
        <p:txBody>
          <a:bodyPr/>
          <a:lstStyle>
            <a:lvl1pPr marL="0" indent="0">
              <a:buNone/>
              <a:tabLst/>
              <a:defRPr lang="en-US" sz="1600" b="0"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lvl="0"/>
            <a:r>
              <a:rPr lang="en-US"/>
              <a:t>Click to edit Master text styles</a:t>
            </a:r>
          </a:p>
        </p:txBody>
      </p:sp>
      <p:sp>
        <p:nvSpPr>
          <p:cNvPr id="19" name="Text Placeholder 3">
            <a:extLst>
              <a:ext uri="{FF2B5EF4-FFF2-40B4-BE49-F238E27FC236}">
                <a16:creationId xmlns:a16="http://schemas.microsoft.com/office/drawing/2014/main" id="{C0819D90-102A-1987-5F9D-9B4A3D594F40}"/>
              </a:ext>
            </a:extLst>
          </p:cNvPr>
          <p:cNvSpPr>
            <a:spLocks noGrp="1"/>
          </p:cNvSpPr>
          <p:nvPr>
            <p:ph type="body" sz="quarter" idx="39"/>
          </p:nvPr>
        </p:nvSpPr>
        <p:spPr>
          <a:xfrm>
            <a:off x="457200" y="4553037"/>
            <a:ext cx="3807870" cy="1231677"/>
          </a:xfrm>
        </p:spPr>
        <p:txBody>
          <a:bodyPr/>
          <a:lstStyle>
            <a:lvl1pPr marL="0" indent="0">
              <a:buNone/>
              <a:tabLst/>
              <a:defRPr lang="en-US" sz="1600" b="0" i="0" u="none" strike="noStrike" cap="none" spc="0" baseline="0" dirty="0" smtClean="0">
                <a:solidFill>
                  <a:schemeClr val="bg1"/>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2pPr>
            <a:lvl3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3pPr>
            <a:lvl4pPr>
              <a:buNone/>
              <a:defRPr lang="en-US" sz="2000" b="0" i="0" u="none" strike="noStrike" cap="none" spc="0" baseline="0" dirty="0" smtClean="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4pPr>
            <a:lvl5pPr>
              <a:buNone/>
              <a:defRPr lang="en-US" sz="2000" b="0" i="0" u="none" strike="noStrike" cap="none" spc="0" baseline="0" dirty="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5pPr>
          </a:lstStyle>
          <a:p>
            <a:pPr lvl="0"/>
            <a:r>
              <a:rPr lang="en-US"/>
              <a:t>Click to edit Master text styles</a:t>
            </a:r>
          </a:p>
        </p:txBody>
      </p:sp>
      <p:grpSp>
        <p:nvGrpSpPr>
          <p:cNvPr id="5" name="Graphic 3">
            <a:extLst>
              <a:ext uri="{FF2B5EF4-FFF2-40B4-BE49-F238E27FC236}">
                <a16:creationId xmlns:a16="http://schemas.microsoft.com/office/drawing/2014/main" id="{DA1A2695-8B4D-9ED8-8AD4-CC0E9EC2AA87}"/>
              </a:ext>
            </a:extLst>
          </p:cNvPr>
          <p:cNvGrpSpPr/>
          <p:nvPr/>
        </p:nvGrpSpPr>
        <p:grpSpPr>
          <a:xfrm>
            <a:off x="457172" y="1405813"/>
            <a:ext cx="1363022" cy="794609"/>
            <a:chOff x="457172" y="1405813"/>
            <a:chExt cx="1363022" cy="794609"/>
          </a:xfrm>
          <a:solidFill>
            <a:schemeClr val="bg1"/>
          </a:solidFill>
        </p:grpSpPr>
        <p:sp>
          <p:nvSpPr>
            <p:cNvPr id="10" name="Freeform 9">
              <a:extLst>
                <a:ext uri="{FF2B5EF4-FFF2-40B4-BE49-F238E27FC236}">
                  <a16:creationId xmlns:a16="http://schemas.microsoft.com/office/drawing/2014/main" id="{D0750A18-D41E-F4B7-47F0-76B54B9295A7}"/>
                </a:ext>
              </a:extLst>
            </p:cNvPr>
            <p:cNvSpPr/>
            <p:nvPr/>
          </p:nvSpPr>
          <p:spPr>
            <a:xfrm>
              <a:off x="457172" y="1919386"/>
              <a:ext cx="1363022" cy="281035"/>
            </a:xfrm>
            <a:custGeom>
              <a:avLst/>
              <a:gdLst>
                <a:gd name="csX0" fmla="*/ 153853 w 1363022"/>
                <a:gd name="csY0" fmla="*/ 114606 h 281035"/>
                <a:gd name="csX1" fmla="*/ 153853 w 1363022"/>
                <a:gd name="csY1" fmla="*/ 187815 h 281035"/>
                <a:gd name="csX2" fmla="*/ 127487 w 1363022"/>
                <a:gd name="csY2" fmla="*/ 208751 h 281035"/>
                <a:gd name="csX3" fmla="*/ 83068 w 1363022"/>
                <a:gd name="csY3" fmla="*/ 217304 h 281035"/>
                <a:gd name="csX4" fmla="*/ 23295 w 1363022"/>
                <a:gd name="csY4" fmla="*/ 194389 h 281035"/>
                <a:gd name="csX5" fmla="*/ 0 w 1363022"/>
                <a:gd name="csY5" fmla="*/ 134934 h 281035"/>
                <a:gd name="csX6" fmla="*/ 0 w 1363022"/>
                <a:gd name="csY6" fmla="*/ 93670 h 281035"/>
                <a:gd name="csX7" fmla="*/ 21760 w 1363022"/>
                <a:gd name="csY7" fmla="*/ 34215 h 281035"/>
                <a:gd name="csX8" fmla="*/ 78144 w 1363022"/>
                <a:gd name="csY8" fmla="*/ 11300 h 281035"/>
                <a:gd name="csX9" fmla="*/ 132543 w 1363022"/>
                <a:gd name="csY9" fmla="*/ 27958 h 281035"/>
                <a:gd name="csX10" fmla="*/ 152926 w 1363022"/>
                <a:gd name="csY10" fmla="*/ 71968 h 281035"/>
                <a:gd name="csX11" fmla="*/ 152609 w 1363022"/>
                <a:gd name="csY11" fmla="*/ 72734 h 281035"/>
                <a:gd name="csX12" fmla="*/ 126720 w 1363022"/>
                <a:gd name="csY12" fmla="*/ 72734 h 281035"/>
                <a:gd name="csX13" fmla="*/ 112928 w 1363022"/>
                <a:gd name="csY13" fmla="*/ 43693 h 281035"/>
                <a:gd name="csX14" fmla="*/ 77985 w 1363022"/>
                <a:gd name="csY14" fmla="*/ 32684 h 281035"/>
                <a:gd name="csX15" fmla="*/ 41375 w 1363022"/>
                <a:gd name="csY15" fmla="*/ 49792 h 281035"/>
                <a:gd name="csX16" fmla="*/ 27292 w 1363022"/>
                <a:gd name="csY16" fmla="*/ 93485 h 281035"/>
                <a:gd name="csX17" fmla="*/ 27292 w 1363022"/>
                <a:gd name="csY17" fmla="*/ 135066 h 281035"/>
                <a:gd name="csX18" fmla="*/ 42910 w 1363022"/>
                <a:gd name="csY18" fmla="*/ 179076 h 281035"/>
                <a:gd name="csX19" fmla="*/ 83068 w 1363022"/>
                <a:gd name="csY19" fmla="*/ 196184 h 281035"/>
                <a:gd name="csX20" fmla="*/ 110334 w 1363022"/>
                <a:gd name="csY20" fmla="*/ 192065 h 281035"/>
                <a:gd name="csX21" fmla="*/ 126587 w 1363022"/>
                <a:gd name="csY21" fmla="*/ 181373 h 281035"/>
                <a:gd name="csX22" fmla="*/ 126587 w 1363022"/>
                <a:gd name="csY22" fmla="*/ 135832 h 281035"/>
                <a:gd name="csX23" fmla="*/ 82618 w 1363022"/>
                <a:gd name="csY23" fmla="*/ 135832 h 281035"/>
                <a:gd name="csX24" fmla="*/ 82618 w 1363022"/>
                <a:gd name="csY24" fmla="*/ 114579 h 281035"/>
                <a:gd name="csX25" fmla="*/ 153853 w 1363022"/>
                <a:gd name="csY25" fmla="*/ 114579 h 281035"/>
                <a:gd name="csX26" fmla="*/ 210264 w 1363022"/>
                <a:gd name="csY26" fmla="*/ 138762 h 281035"/>
                <a:gd name="csX27" fmla="*/ 210264 w 1363022"/>
                <a:gd name="csY27" fmla="*/ 141825 h 281035"/>
                <a:gd name="csX28" fmla="*/ 220376 w 1363022"/>
                <a:gd name="csY28" fmla="*/ 181399 h 281035"/>
                <a:gd name="csX29" fmla="*/ 249786 w 1363022"/>
                <a:gd name="csY29" fmla="*/ 196237 h 281035"/>
                <a:gd name="csX30" fmla="*/ 279196 w 1363022"/>
                <a:gd name="csY30" fmla="*/ 181399 h 281035"/>
                <a:gd name="csX31" fmla="*/ 289467 w 1363022"/>
                <a:gd name="csY31" fmla="*/ 141825 h 281035"/>
                <a:gd name="csX32" fmla="*/ 289467 w 1363022"/>
                <a:gd name="csY32" fmla="*/ 138762 h 281035"/>
                <a:gd name="csX33" fmla="*/ 279037 w 1363022"/>
                <a:gd name="csY33" fmla="*/ 99504 h 281035"/>
                <a:gd name="csX34" fmla="*/ 249627 w 1363022"/>
                <a:gd name="csY34" fmla="*/ 84377 h 281035"/>
                <a:gd name="csX35" fmla="*/ 220350 w 1363022"/>
                <a:gd name="csY35" fmla="*/ 99504 h 281035"/>
                <a:gd name="csX36" fmla="*/ 210237 w 1363022"/>
                <a:gd name="csY36" fmla="*/ 138762 h 281035"/>
                <a:gd name="csX37" fmla="*/ 182972 w 1363022"/>
                <a:gd name="csY37" fmla="*/ 141798 h 281035"/>
                <a:gd name="csX38" fmla="*/ 182972 w 1363022"/>
                <a:gd name="csY38" fmla="*/ 138736 h 281035"/>
                <a:gd name="csX39" fmla="*/ 201052 w 1363022"/>
                <a:gd name="csY39" fmla="*/ 84034 h 281035"/>
                <a:gd name="csX40" fmla="*/ 249786 w 1363022"/>
                <a:gd name="csY40" fmla="*/ 62939 h 281035"/>
                <a:gd name="csX41" fmla="*/ 298520 w 1363022"/>
                <a:gd name="csY41" fmla="*/ 84034 h 281035"/>
                <a:gd name="csX42" fmla="*/ 316600 w 1363022"/>
                <a:gd name="csY42" fmla="*/ 138736 h 281035"/>
                <a:gd name="csX43" fmla="*/ 316600 w 1363022"/>
                <a:gd name="csY43" fmla="*/ 141798 h 281035"/>
                <a:gd name="csX44" fmla="*/ 298520 w 1363022"/>
                <a:gd name="csY44" fmla="*/ 196659 h 281035"/>
                <a:gd name="csX45" fmla="*/ 249786 w 1363022"/>
                <a:gd name="csY45" fmla="*/ 217436 h 281035"/>
                <a:gd name="csX46" fmla="*/ 201052 w 1363022"/>
                <a:gd name="csY46" fmla="*/ 196501 h 281035"/>
                <a:gd name="csX47" fmla="*/ 182972 w 1363022"/>
                <a:gd name="csY47" fmla="*/ 141798 h 281035"/>
                <a:gd name="csX48" fmla="*/ 500340 w 1363022"/>
                <a:gd name="csY48" fmla="*/ 120255 h 281035"/>
                <a:gd name="csX49" fmla="*/ 449329 w 1363022"/>
                <a:gd name="csY49" fmla="*/ 120255 h 281035"/>
                <a:gd name="csX50" fmla="*/ 449329 w 1363022"/>
                <a:gd name="csY50" fmla="*/ 192989 h 281035"/>
                <a:gd name="csX51" fmla="*/ 496369 w 1363022"/>
                <a:gd name="csY51" fmla="*/ 192989 h 281035"/>
                <a:gd name="csX52" fmla="*/ 525329 w 1363022"/>
                <a:gd name="csY52" fmla="*/ 183960 h 281035"/>
                <a:gd name="csX53" fmla="*/ 535600 w 1363022"/>
                <a:gd name="csY53" fmla="*/ 157375 h 281035"/>
                <a:gd name="csX54" fmla="*/ 526705 w 1363022"/>
                <a:gd name="csY54" fmla="*/ 130182 h 281035"/>
                <a:gd name="csX55" fmla="*/ 500340 w 1363022"/>
                <a:gd name="csY55" fmla="*/ 120255 h 281035"/>
                <a:gd name="csX56" fmla="*/ 449302 w 1363022"/>
                <a:gd name="csY56" fmla="*/ 35298 h 281035"/>
                <a:gd name="csX57" fmla="*/ 449302 w 1363022"/>
                <a:gd name="csY57" fmla="*/ 99188 h 281035"/>
                <a:gd name="csX58" fmla="*/ 493272 w 1363022"/>
                <a:gd name="csY58" fmla="*/ 99188 h 281035"/>
                <a:gd name="csX59" fmla="*/ 518102 w 1363022"/>
                <a:gd name="csY59" fmla="*/ 90792 h 281035"/>
                <a:gd name="csX60" fmla="*/ 527605 w 1363022"/>
                <a:gd name="csY60" fmla="*/ 67718 h 281035"/>
                <a:gd name="csX61" fmla="*/ 487766 w 1363022"/>
                <a:gd name="csY61" fmla="*/ 35324 h 281035"/>
                <a:gd name="csX62" fmla="*/ 449302 w 1363022"/>
                <a:gd name="csY62" fmla="*/ 35324 h 281035"/>
                <a:gd name="csX63" fmla="*/ 496342 w 1363022"/>
                <a:gd name="csY63" fmla="*/ 214242 h 281035"/>
                <a:gd name="csX64" fmla="*/ 422169 w 1363022"/>
                <a:gd name="csY64" fmla="*/ 214242 h 281035"/>
                <a:gd name="csX65" fmla="*/ 422169 w 1363022"/>
                <a:gd name="csY65" fmla="*/ 14045 h 281035"/>
                <a:gd name="csX66" fmla="*/ 487766 w 1363022"/>
                <a:gd name="csY66" fmla="*/ 14045 h 281035"/>
                <a:gd name="csX67" fmla="*/ 537241 w 1363022"/>
                <a:gd name="csY67" fmla="*/ 27800 h 281035"/>
                <a:gd name="csX68" fmla="*/ 554712 w 1363022"/>
                <a:gd name="csY68" fmla="*/ 68140 h 281035"/>
                <a:gd name="csX69" fmla="*/ 546294 w 1363022"/>
                <a:gd name="csY69" fmla="*/ 91980 h 281035"/>
                <a:gd name="csX70" fmla="*/ 523608 w 1363022"/>
                <a:gd name="csY70" fmla="*/ 107557 h 281035"/>
                <a:gd name="csX71" fmla="*/ 552118 w 1363022"/>
                <a:gd name="csY71" fmla="*/ 125271 h 281035"/>
                <a:gd name="csX72" fmla="*/ 562680 w 1363022"/>
                <a:gd name="csY72" fmla="*/ 157665 h 281035"/>
                <a:gd name="csX73" fmla="*/ 545050 w 1363022"/>
                <a:gd name="csY73" fmla="*/ 199695 h 281035"/>
                <a:gd name="csX74" fmla="*/ 496316 w 1363022"/>
                <a:gd name="csY74" fmla="*/ 214216 h 281035"/>
                <a:gd name="csX75" fmla="*/ 682835 w 1363022"/>
                <a:gd name="csY75" fmla="*/ 121787 h 281035"/>
                <a:gd name="csX76" fmla="*/ 674099 w 1363022"/>
                <a:gd name="csY76" fmla="*/ 94752 h 281035"/>
                <a:gd name="csX77" fmla="*/ 648978 w 1363022"/>
                <a:gd name="csY77" fmla="*/ 84350 h 281035"/>
                <a:gd name="csX78" fmla="*/ 625683 w 1363022"/>
                <a:gd name="csY78" fmla="*/ 95650 h 281035"/>
                <a:gd name="csX79" fmla="*/ 613744 w 1363022"/>
                <a:gd name="csY79" fmla="*/ 124532 h 281035"/>
                <a:gd name="csX80" fmla="*/ 614062 w 1363022"/>
                <a:gd name="csY80" fmla="*/ 125298 h 281035"/>
                <a:gd name="csX81" fmla="*/ 682861 w 1363022"/>
                <a:gd name="csY81" fmla="*/ 125298 h 281035"/>
                <a:gd name="csX82" fmla="*/ 682861 w 1363022"/>
                <a:gd name="csY82" fmla="*/ 121787 h 281035"/>
                <a:gd name="csX83" fmla="*/ 653107 w 1363022"/>
                <a:gd name="csY83" fmla="*/ 217463 h 281035"/>
                <a:gd name="csX84" fmla="*/ 603446 w 1363022"/>
                <a:gd name="csY84" fmla="*/ 196976 h 281035"/>
                <a:gd name="csX85" fmla="*/ 585049 w 1363022"/>
                <a:gd name="csY85" fmla="*/ 143039 h 281035"/>
                <a:gd name="csX86" fmla="*/ 585049 w 1363022"/>
                <a:gd name="csY86" fmla="*/ 136941 h 281035"/>
                <a:gd name="csX87" fmla="*/ 603738 w 1363022"/>
                <a:gd name="csY87" fmla="*/ 84377 h 281035"/>
                <a:gd name="csX88" fmla="*/ 648951 w 1363022"/>
                <a:gd name="csY88" fmla="*/ 62992 h 281035"/>
                <a:gd name="csX89" fmla="*/ 694297 w 1363022"/>
                <a:gd name="csY89" fmla="*/ 80865 h 281035"/>
                <a:gd name="csX90" fmla="*/ 710074 w 1363022"/>
                <a:gd name="csY90" fmla="*/ 129601 h 281035"/>
                <a:gd name="csX91" fmla="*/ 710074 w 1363022"/>
                <a:gd name="csY91" fmla="*/ 146550 h 281035"/>
                <a:gd name="csX92" fmla="*/ 613241 w 1363022"/>
                <a:gd name="csY92" fmla="*/ 146550 h 281035"/>
                <a:gd name="csX93" fmla="*/ 612791 w 1363022"/>
                <a:gd name="csY93" fmla="*/ 147158 h 281035"/>
                <a:gd name="csX94" fmla="*/ 623830 w 1363022"/>
                <a:gd name="csY94" fmla="*/ 182772 h 281035"/>
                <a:gd name="csX95" fmla="*/ 653107 w 1363022"/>
                <a:gd name="csY95" fmla="*/ 196210 h 281035"/>
                <a:gd name="csX96" fmla="*/ 695409 w 1363022"/>
                <a:gd name="csY96" fmla="*/ 181531 h 281035"/>
                <a:gd name="csX97" fmla="*/ 706130 w 1363022"/>
                <a:gd name="csY97" fmla="*/ 199114 h 281035"/>
                <a:gd name="csX98" fmla="*/ 705971 w 1363022"/>
                <a:gd name="csY98" fmla="*/ 199114 h 281035"/>
                <a:gd name="csX99" fmla="*/ 653107 w 1363022"/>
                <a:gd name="csY99" fmla="*/ 217463 h 281035"/>
                <a:gd name="csX100" fmla="*/ 745334 w 1363022"/>
                <a:gd name="csY100" fmla="*/ 281036 h 281035"/>
                <a:gd name="csX101" fmla="*/ 729239 w 1363022"/>
                <a:gd name="csY101" fmla="*/ 278897 h 281035"/>
                <a:gd name="csX102" fmla="*/ 731993 w 1363022"/>
                <a:gd name="csY102" fmla="*/ 257513 h 281035"/>
                <a:gd name="csX103" fmla="*/ 744090 w 1363022"/>
                <a:gd name="csY103" fmla="*/ 258278 h 281035"/>
                <a:gd name="csX104" fmla="*/ 757432 w 1363022"/>
                <a:gd name="csY104" fmla="*/ 251546 h 281035"/>
                <a:gd name="csX105" fmla="*/ 767385 w 1363022"/>
                <a:gd name="csY105" fmla="*/ 233515 h 281035"/>
                <a:gd name="csX106" fmla="*/ 773818 w 1363022"/>
                <a:gd name="csY106" fmla="*/ 217938 h 281035"/>
                <a:gd name="csX107" fmla="*/ 718360 w 1363022"/>
                <a:gd name="csY107" fmla="*/ 72153 h 281035"/>
                <a:gd name="csX108" fmla="*/ 748696 w 1363022"/>
                <a:gd name="csY108" fmla="*/ 72153 h 281035"/>
                <a:gd name="csX109" fmla="*/ 780409 w 1363022"/>
                <a:gd name="csY109" fmla="*/ 165823 h 281035"/>
                <a:gd name="csX110" fmla="*/ 785147 w 1363022"/>
                <a:gd name="csY110" fmla="*/ 184462 h 281035"/>
                <a:gd name="csX111" fmla="*/ 786074 w 1363022"/>
                <a:gd name="csY111" fmla="*/ 184462 h 281035"/>
                <a:gd name="csX112" fmla="*/ 822684 w 1363022"/>
                <a:gd name="csY112" fmla="*/ 72153 h 281035"/>
                <a:gd name="csX113" fmla="*/ 852862 w 1363022"/>
                <a:gd name="csY113" fmla="*/ 72153 h 281035"/>
                <a:gd name="csX114" fmla="*/ 790204 w 1363022"/>
                <a:gd name="csY114" fmla="*/ 243758 h 281035"/>
                <a:gd name="csX115" fmla="*/ 745308 w 1363022"/>
                <a:gd name="csY115" fmla="*/ 281036 h 281035"/>
                <a:gd name="csX116" fmla="*/ 891378 w 1363022"/>
                <a:gd name="csY116" fmla="*/ 138762 h 281035"/>
                <a:gd name="csX117" fmla="*/ 891378 w 1363022"/>
                <a:gd name="csY117" fmla="*/ 141825 h 281035"/>
                <a:gd name="csX118" fmla="*/ 901490 w 1363022"/>
                <a:gd name="csY118" fmla="*/ 181399 h 281035"/>
                <a:gd name="csX119" fmla="*/ 930900 w 1363022"/>
                <a:gd name="csY119" fmla="*/ 196237 h 281035"/>
                <a:gd name="csX120" fmla="*/ 960310 w 1363022"/>
                <a:gd name="csY120" fmla="*/ 181399 h 281035"/>
                <a:gd name="csX121" fmla="*/ 970581 w 1363022"/>
                <a:gd name="csY121" fmla="*/ 141825 h 281035"/>
                <a:gd name="csX122" fmla="*/ 970581 w 1363022"/>
                <a:gd name="csY122" fmla="*/ 138762 h 281035"/>
                <a:gd name="csX123" fmla="*/ 960151 w 1363022"/>
                <a:gd name="csY123" fmla="*/ 99504 h 281035"/>
                <a:gd name="csX124" fmla="*/ 930741 w 1363022"/>
                <a:gd name="csY124" fmla="*/ 84377 h 281035"/>
                <a:gd name="csX125" fmla="*/ 901464 w 1363022"/>
                <a:gd name="csY125" fmla="*/ 99504 h 281035"/>
                <a:gd name="csX126" fmla="*/ 891351 w 1363022"/>
                <a:gd name="csY126" fmla="*/ 138762 h 281035"/>
                <a:gd name="csX127" fmla="*/ 864086 w 1363022"/>
                <a:gd name="csY127" fmla="*/ 141798 h 281035"/>
                <a:gd name="csX128" fmla="*/ 864086 w 1363022"/>
                <a:gd name="csY128" fmla="*/ 138736 h 281035"/>
                <a:gd name="csX129" fmla="*/ 882166 w 1363022"/>
                <a:gd name="csY129" fmla="*/ 84034 h 281035"/>
                <a:gd name="csX130" fmla="*/ 930900 w 1363022"/>
                <a:gd name="csY130" fmla="*/ 62939 h 281035"/>
                <a:gd name="csX131" fmla="*/ 979634 w 1363022"/>
                <a:gd name="csY131" fmla="*/ 84034 h 281035"/>
                <a:gd name="csX132" fmla="*/ 997714 w 1363022"/>
                <a:gd name="csY132" fmla="*/ 138736 h 281035"/>
                <a:gd name="csX133" fmla="*/ 997714 w 1363022"/>
                <a:gd name="csY133" fmla="*/ 141798 h 281035"/>
                <a:gd name="csX134" fmla="*/ 979634 w 1363022"/>
                <a:gd name="csY134" fmla="*/ 196659 h 281035"/>
                <a:gd name="csX135" fmla="*/ 930900 w 1363022"/>
                <a:gd name="csY135" fmla="*/ 217436 h 281035"/>
                <a:gd name="csX136" fmla="*/ 882166 w 1363022"/>
                <a:gd name="csY136" fmla="*/ 196501 h 281035"/>
                <a:gd name="csX137" fmla="*/ 864086 w 1363022"/>
                <a:gd name="csY137" fmla="*/ 141798 h 281035"/>
                <a:gd name="csX138" fmla="*/ 1024848 w 1363022"/>
                <a:gd name="csY138" fmla="*/ 65421 h 281035"/>
                <a:gd name="csX139" fmla="*/ 1049069 w 1363022"/>
                <a:gd name="csY139" fmla="*/ 65421 h 281035"/>
                <a:gd name="csX140" fmla="*/ 1051055 w 1363022"/>
                <a:gd name="csY140" fmla="*/ 87571 h 281035"/>
                <a:gd name="csX141" fmla="*/ 1095342 w 1363022"/>
                <a:gd name="csY141" fmla="*/ 62675 h 281035"/>
                <a:gd name="csX142" fmla="*/ 1132878 w 1363022"/>
                <a:gd name="csY142" fmla="*/ 77037 h 281035"/>
                <a:gd name="csX143" fmla="*/ 1145902 w 1363022"/>
                <a:gd name="csY143" fmla="*/ 120282 h 281035"/>
                <a:gd name="csX144" fmla="*/ 1145902 w 1363022"/>
                <a:gd name="csY144" fmla="*/ 214268 h 281035"/>
                <a:gd name="csX145" fmla="*/ 1118795 w 1363022"/>
                <a:gd name="csY145" fmla="*/ 214268 h 281035"/>
                <a:gd name="csX146" fmla="*/ 1118795 w 1363022"/>
                <a:gd name="csY146" fmla="*/ 120889 h 281035"/>
                <a:gd name="csX147" fmla="*/ 1111145 w 1363022"/>
                <a:gd name="csY147" fmla="*/ 93063 h 281035"/>
                <a:gd name="csX148" fmla="*/ 1087241 w 1363022"/>
                <a:gd name="csY148" fmla="*/ 84667 h 281035"/>
                <a:gd name="csX149" fmla="*/ 1066567 w 1363022"/>
                <a:gd name="csY149" fmla="*/ 90158 h 281035"/>
                <a:gd name="csX150" fmla="*/ 1052008 w 1363022"/>
                <a:gd name="csY150" fmla="*/ 105735 h 281035"/>
                <a:gd name="csX151" fmla="*/ 1052008 w 1363022"/>
                <a:gd name="csY151" fmla="*/ 214242 h 281035"/>
                <a:gd name="csX152" fmla="*/ 1024901 w 1363022"/>
                <a:gd name="csY152" fmla="*/ 214242 h 281035"/>
                <a:gd name="csX153" fmla="*/ 1024901 w 1363022"/>
                <a:gd name="csY153" fmla="*/ 65395 h 281035"/>
                <a:gd name="csX154" fmla="*/ 1172718 w 1363022"/>
                <a:gd name="csY154" fmla="*/ 142881 h 281035"/>
                <a:gd name="csX155" fmla="*/ 1188204 w 1363022"/>
                <a:gd name="csY155" fmla="*/ 84667 h 281035"/>
                <a:gd name="csX156" fmla="*/ 1230479 w 1363022"/>
                <a:gd name="csY156" fmla="*/ 62966 h 281035"/>
                <a:gd name="csX157" fmla="*/ 1271695 w 1363022"/>
                <a:gd name="csY157" fmla="*/ 81921 h 281035"/>
                <a:gd name="csX158" fmla="*/ 1271695 w 1363022"/>
                <a:gd name="csY158" fmla="*/ 0 h 281035"/>
                <a:gd name="csX159" fmla="*/ 1298961 w 1363022"/>
                <a:gd name="csY159" fmla="*/ 0 h 281035"/>
                <a:gd name="csX160" fmla="*/ 1298961 w 1363022"/>
                <a:gd name="csY160" fmla="*/ 214559 h 281035"/>
                <a:gd name="csX161" fmla="*/ 1276751 w 1363022"/>
                <a:gd name="csY161" fmla="*/ 214559 h 281035"/>
                <a:gd name="csX162" fmla="*/ 1273522 w 1363022"/>
                <a:gd name="csY162" fmla="*/ 196210 h 281035"/>
                <a:gd name="csX163" fmla="*/ 1231247 w 1363022"/>
                <a:gd name="csY163" fmla="*/ 217463 h 281035"/>
                <a:gd name="csX164" fmla="*/ 1188336 w 1363022"/>
                <a:gd name="csY164" fmla="*/ 198058 h 281035"/>
                <a:gd name="csX165" fmla="*/ 1172850 w 1363022"/>
                <a:gd name="csY165" fmla="*/ 145785 h 281035"/>
                <a:gd name="csX166" fmla="*/ 1172692 w 1363022"/>
                <a:gd name="csY166" fmla="*/ 142881 h 281035"/>
                <a:gd name="csX167" fmla="*/ 1200143 w 1363022"/>
                <a:gd name="csY167" fmla="*/ 142881 h 281035"/>
                <a:gd name="csX168" fmla="*/ 1200143 w 1363022"/>
                <a:gd name="csY168" fmla="*/ 145785 h 281035"/>
                <a:gd name="csX169" fmla="*/ 1209487 w 1363022"/>
                <a:gd name="csY169" fmla="*/ 182297 h 281035"/>
                <a:gd name="csX170" fmla="*/ 1237971 w 1363022"/>
                <a:gd name="csY170" fmla="*/ 195445 h 281035"/>
                <a:gd name="csX171" fmla="*/ 1271987 w 1363022"/>
                <a:gd name="csY171" fmla="*/ 174509 h 281035"/>
                <a:gd name="csX172" fmla="*/ 1271987 w 1363022"/>
                <a:gd name="csY172" fmla="*/ 105128 h 281035"/>
                <a:gd name="csX173" fmla="*/ 1238262 w 1363022"/>
                <a:gd name="csY173" fmla="*/ 84958 h 281035"/>
                <a:gd name="csX174" fmla="*/ 1209619 w 1363022"/>
                <a:gd name="csY174" fmla="*/ 100534 h 281035"/>
                <a:gd name="csX175" fmla="*/ 1200116 w 1363022"/>
                <a:gd name="csY175" fmla="*/ 142854 h 281035"/>
                <a:gd name="csX176" fmla="*/ 1363022 w 1363022"/>
                <a:gd name="csY176" fmla="*/ 186442 h 281035"/>
                <a:gd name="csX177" fmla="*/ 1363022 w 1363022"/>
                <a:gd name="csY177" fmla="*/ 214268 h 281035"/>
                <a:gd name="csX178" fmla="*/ 1335915 w 1363022"/>
                <a:gd name="csY178" fmla="*/ 214268 h 281035"/>
                <a:gd name="csX179" fmla="*/ 1335915 w 1363022"/>
                <a:gd name="csY179" fmla="*/ 186442 h 281035"/>
                <a:gd name="csX180" fmla="*/ 1363022 w 1363022"/>
                <a:gd name="csY180" fmla="*/ 186442 h 2810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Lst>
              <a:rect l="l" t="t" r="r" b="b"/>
              <a:pathLst>
                <a:path w="1363022" h="281035">
                  <a:moveTo>
                    <a:pt x="153853" y="114606"/>
                  </a:moveTo>
                  <a:lnTo>
                    <a:pt x="153853" y="187815"/>
                  </a:lnTo>
                  <a:cubicBezTo>
                    <a:pt x="148453" y="196078"/>
                    <a:pt x="139664" y="203048"/>
                    <a:pt x="127487" y="208751"/>
                  </a:cubicBezTo>
                  <a:cubicBezTo>
                    <a:pt x="115337" y="214453"/>
                    <a:pt x="100513" y="217304"/>
                    <a:pt x="83068" y="217304"/>
                  </a:cubicBezTo>
                  <a:cubicBezTo>
                    <a:pt x="58846" y="217304"/>
                    <a:pt x="38940" y="209675"/>
                    <a:pt x="23295" y="194389"/>
                  </a:cubicBezTo>
                  <a:cubicBezTo>
                    <a:pt x="7756" y="178997"/>
                    <a:pt x="0" y="159196"/>
                    <a:pt x="0" y="134934"/>
                  </a:cubicBezTo>
                  <a:lnTo>
                    <a:pt x="0" y="93670"/>
                  </a:lnTo>
                  <a:cubicBezTo>
                    <a:pt x="0" y="69223"/>
                    <a:pt x="7253" y="49396"/>
                    <a:pt x="21760" y="34215"/>
                  </a:cubicBezTo>
                  <a:cubicBezTo>
                    <a:pt x="36372" y="18929"/>
                    <a:pt x="55167" y="11300"/>
                    <a:pt x="78144" y="11300"/>
                  </a:cubicBezTo>
                  <a:cubicBezTo>
                    <a:pt x="101121" y="11300"/>
                    <a:pt x="119255" y="16844"/>
                    <a:pt x="132543" y="27958"/>
                  </a:cubicBezTo>
                  <a:cubicBezTo>
                    <a:pt x="145938" y="39073"/>
                    <a:pt x="152715" y="53726"/>
                    <a:pt x="152926" y="71968"/>
                  </a:cubicBezTo>
                  <a:lnTo>
                    <a:pt x="152609" y="72734"/>
                  </a:lnTo>
                  <a:lnTo>
                    <a:pt x="126720" y="72734"/>
                  </a:lnTo>
                  <a:cubicBezTo>
                    <a:pt x="125793" y="60616"/>
                    <a:pt x="121213" y="50927"/>
                    <a:pt x="112928" y="43693"/>
                  </a:cubicBezTo>
                  <a:cubicBezTo>
                    <a:pt x="104748" y="36354"/>
                    <a:pt x="93101" y="32684"/>
                    <a:pt x="77985" y="32684"/>
                  </a:cubicBezTo>
                  <a:cubicBezTo>
                    <a:pt x="62870" y="32684"/>
                    <a:pt x="50773" y="38387"/>
                    <a:pt x="41375" y="49792"/>
                  </a:cubicBezTo>
                  <a:cubicBezTo>
                    <a:pt x="31978" y="61091"/>
                    <a:pt x="27292" y="75665"/>
                    <a:pt x="27292" y="93485"/>
                  </a:cubicBezTo>
                  <a:lnTo>
                    <a:pt x="27292" y="135066"/>
                  </a:lnTo>
                  <a:cubicBezTo>
                    <a:pt x="27292" y="152887"/>
                    <a:pt x="32507" y="167565"/>
                    <a:pt x="42910" y="179076"/>
                  </a:cubicBezTo>
                  <a:cubicBezTo>
                    <a:pt x="53340" y="190481"/>
                    <a:pt x="66708" y="196184"/>
                    <a:pt x="83068" y="196184"/>
                  </a:cubicBezTo>
                  <a:cubicBezTo>
                    <a:pt x="93789" y="196184"/>
                    <a:pt x="102895" y="194811"/>
                    <a:pt x="110334" y="192065"/>
                  </a:cubicBezTo>
                  <a:cubicBezTo>
                    <a:pt x="117799" y="189214"/>
                    <a:pt x="123199" y="185650"/>
                    <a:pt x="126587" y="181373"/>
                  </a:cubicBezTo>
                  <a:lnTo>
                    <a:pt x="126587" y="135832"/>
                  </a:lnTo>
                  <a:lnTo>
                    <a:pt x="82618" y="135832"/>
                  </a:lnTo>
                  <a:lnTo>
                    <a:pt x="82618" y="114579"/>
                  </a:lnTo>
                  <a:lnTo>
                    <a:pt x="153853" y="114579"/>
                  </a:lnTo>
                  <a:close/>
                  <a:moveTo>
                    <a:pt x="210264" y="138762"/>
                  </a:moveTo>
                  <a:lnTo>
                    <a:pt x="210264" y="141825"/>
                  </a:lnTo>
                  <a:cubicBezTo>
                    <a:pt x="210264" y="158325"/>
                    <a:pt x="213652" y="171526"/>
                    <a:pt x="220376" y="181399"/>
                  </a:cubicBezTo>
                  <a:cubicBezTo>
                    <a:pt x="227206" y="191273"/>
                    <a:pt x="237027" y="196237"/>
                    <a:pt x="249786" y="196237"/>
                  </a:cubicBezTo>
                  <a:cubicBezTo>
                    <a:pt x="262545" y="196237"/>
                    <a:pt x="272366" y="191300"/>
                    <a:pt x="279196" y="181399"/>
                  </a:cubicBezTo>
                  <a:cubicBezTo>
                    <a:pt x="286026" y="171420"/>
                    <a:pt x="289467" y="158220"/>
                    <a:pt x="289467" y="141825"/>
                  </a:cubicBezTo>
                  <a:lnTo>
                    <a:pt x="289467" y="138762"/>
                  </a:lnTo>
                  <a:cubicBezTo>
                    <a:pt x="289467" y="122552"/>
                    <a:pt x="285999" y="109484"/>
                    <a:pt x="279037" y="99504"/>
                  </a:cubicBezTo>
                  <a:cubicBezTo>
                    <a:pt x="272207" y="89419"/>
                    <a:pt x="262386" y="84377"/>
                    <a:pt x="249627" y="84377"/>
                  </a:cubicBezTo>
                  <a:cubicBezTo>
                    <a:pt x="236868" y="84377"/>
                    <a:pt x="227206" y="89419"/>
                    <a:pt x="220350" y="99504"/>
                  </a:cubicBezTo>
                  <a:cubicBezTo>
                    <a:pt x="213599" y="109484"/>
                    <a:pt x="210237" y="122579"/>
                    <a:pt x="210237" y="138762"/>
                  </a:cubicBezTo>
                  <a:close/>
                  <a:moveTo>
                    <a:pt x="182972" y="141798"/>
                  </a:moveTo>
                  <a:lnTo>
                    <a:pt x="182972" y="138736"/>
                  </a:lnTo>
                  <a:cubicBezTo>
                    <a:pt x="182972" y="116322"/>
                    <a:pt x="189007" y="98079"/>
                    <a:pt x="201052" y="84034"/>
                  </a:cubicBezTo>
                  <a:cubicBezTo>
                    <a:pt x="213096" y="69962"/>
                    <a:pt x="229350" y="62939"/>
                    <a:pt x="249786" y="62939"/>
                  </a:cubicBezTo>
                  <a:cubicBezTo>
                    <a:pt x="270222" y="62939"/>
                    <a:pt x="286449" y="69962"/>
                    <a:pt x="298520" y="84034"/>
                  </a:cubicBezTo>
                  <a:cubicBezTo>
                    <a:pt x="310591" y="98000"/>
                    <a:pt x="316600" y="116216"/>
                    <a:pt x="316600" y="138736"/>
                  </a:cubicBezTo>
                  <a:lnTo>
                    <a:pt x="316600" y="141798"/>
                  </a:lnTo>
                  <a:cubicBezTo>
                    <a:pt x="316600" y="164424"/>
                    <a:pt x="310565" y="182693"/>
                    <a:pt x="298520" y="196659"/>
                  </a:cubicBezTo>
                  <a:cubicBezTo>
                    <a:pt x="286581" y="210519"/>
                    <a:pt x="270328" y="217436"/>
                    <a:pt x="249786" y="217436"/>
                  </a:cubicBezTo>
                  <a:cubicBezTo>
                    <a:pt x="229244" y="217436"/>
                    <a:pt x="213123" y="210467"/>
                    <a:pt x="201052" y="196501"/>
                  </a:cubicBezTo>
                  <a:cubicBezTo>
                    <a:pt x="189007" y="182535"/>
                    <a:pt x="182972" y="164318"/>
                    <a:pt x="182972" y="141798"/>
                  </a:cubicBezTo>
                  <a:close/>
                  <a:moveTo>
                    <a:pt x="500340" y="120255"/>
                  </a:moveTo>
                  <a:lnTo>
                    <a:pt x="449329" y="120255"/>
                  </a:lnTo>
                  <a:lnTo>
                    <a:pt x="449329" y="192989"/>
                  </a:lnTo>
                  <a:lnTo>
                    <a:pt x="496369" y="192989"/>
                  </a:lnTo>
                  <a:cubicBezTo>
                    <a:pt x="508837" y="192989"/>
                    <a:pt x="518499" y="189980"/>
                    <a:pt x="525329" y="183960"/>
                  </a:cubicBezTo>
                  <a:cubicBezTo>
                    <a:pt x="532158" y="177862"/>
                    <a:pt x="535600" y="168991"/>
                    <a:pt x="535600" y="157375"/>
                  </a:cubicBezTo>
                  <a:cubicBezTo>
                    <a:pt x="535600" y="145758"/>
                    <a:pt x="532635" y="136703"/>
                    <a:pt x="526705" y="130182"/>
                  </a:cubicBezTo>
                  <a:cubicBezTo>
                    <a:pt x="520882" y="123555"/>
                    <a:pt x="512093" y="120255"/>
                    <a:pt x="500340" y="120255"/>
                  </a:cubicBezTo>
                  <a:close/>
                  <a:moveTo>
                    <a:pt x="449302" y="35298"/>
                  </a:moveTo>
                  <a:lnTo>
                    <a:pt x="449302" y="99188"/>
                  </a:lnTo>
                  <a:lnTo>
                    <a:pt x="493272" y="99188"/>
                  </a:lnTo>
                  <a:cubicBezTo>
                    <a:pt x="503596" y="99188"/>
                    <a:pt x="511855" y="96389"/>
                    <a:pt x="518102" y="90792"/>
                  </a:cubicBezTo>
                  <a:cubicBezTo>
                    <a:pt x="524429" y="85195"/>
                    <a:pt x="527605" y="77486"/>
                    <a:pt x="527605" y="67718"/>
                  </a:cubicBezTo>
                  <a:cubicBezTo>
                    <a:pt x="527605" y="46122"/>
                    <a:pt x="514317" y="35324"/>
                    <a:pt x="487766" y="35324"/>
                  </a:cubicBezTo>
                  <a:lnTo>
                    <a:pt x="449302" y="35324"/>
                  </a:lnTo>
                  <a:close/>
                  <a:moveTo>
                    <a:pt x="496342" y="214242"/>
                  </a:moveTo>
                  <a:lnTo>
                    <a:pt x="422169" y="214242"/>
                  </a:lnTo>
                  <a:lnTo>
                    <a:pt x="422169" y="14045"/>
                  </a:lnTo>
                  <a:lnTo>
                    <a:pt x="487766" y="14045"/>
                  </a:lnTo>
                  <a:cubicBezTo>
                    <a:pt x="509208" y="14045"/>
                    <a:pt x="525726" y="18639"/>
                    <a:pt x="537241" y="27800"/>
                  </a:cubicBezTo>
                  <a:cubicBezTo>
                    <a:pt x="548888" y="36855"/>
                    <a:pt x="554712" y="50320"/>
                    <a:pt x="554712" y="68140"/>
                  </a:cubicBezTo>
                  <a:cubicBezTo>
                    <a:pt x="554712" y="77011"/>
                    <a:pt x="551906" y="84958"/>
                    <a:pt x="546294" y="91980"/>
                  </a:cubicBezTo>
                  <a:cubicBezTo>
                    <a:pt x="540682" y="99003"/>
                    <a:pt x="533111" y="104204"/>
                    <a:pt x="523608" y="107557"/>
                  </a:cubicBezTo>
                  <a:cubicBezTo>
                    <a:pt x="535679" y="110197"/>
                    <a:pt x="545156" y="116110"/>
                    <a:pt x="552118" y="125271"/>
                  </a:cubicBezTo>
                  <a:cubicBezTo>
                    <a:pt x="559159" y="134327"/>
                    <a:pt x="562680" y="145151"/>
                    <a:pt x="562680" y="157665"/>
                  </a:cubicBezTo>
                  <a:cubicBezTo>
                    <a:pt x="562680" y="175908"/>
                    <a:pt x="556804" y="189900"/>
                    <a:pt x="545050" y="199695"/>
                  </a:cubicBezTo>
                  <a:cubicBezTo>
                    <a:pt x="533403" y="209384"/>
                    <a:pt x="517176" y="214216"/>
                    <a:pt x="496316" y="214216"/>
                  </a:cubicBezTo>
                  <a:close/>
                  <a:moveTo>
                    <a:pt x="682835" y="121787"/>
                  </a:moveTo>
                  <a:cubicBezTo>
                    <a:pt x="682835" y="110566"/>
                    <a:pt x="679923" y="101564"/>
                    <a:pt x="674099" y="94752"/>
                  </a:cubicBezTo>
                  <a:cubicBezTo>
                    <a:pt x="668275" y="87835"/>
                    <a:pt x="659910" y="84350"/>
                    <a:pt x="648978" y="84350"/>
                  </a:cubicBezTo>
                  <a:cubicBezTo>
                    <a:pt x="639977" y="84350"/>
                    <a:pt x="632221" y="88126"/>
                    <a:pt x="625683" y="95650"/>
                  </a:cubicBezTo>
                  <a:cubicBezTo>
                    <a:pt x="619250" y="103200"/>
                    <a:pt x="615279" y="112810"/>
                    <a:pt x="613744" y="124532"/>
                  </a:cubicBezTo>
                  <a:lnTo>
                    <a:pt x="614062" y="125298"/>
                  </a:lnTo>
                  <a:lnTo>
                    <a:pt x="682861" y="125298"/>
                  </a:lnTo>
                  <a:lnTo>
                    <a:pt x="682861" y="121787"/>
                  </a:lnTo>
                  <a:close/>
                  <a:moveTo>
                    <a:pt x="653107" y="217463"/>
                  </a:moveTo>
                  <a:cubicBezTo>
                    <a:pt x="632380" y="217463"/>
                    <a:pt x="615809" y="210651"/>
                    <a:pt x="603446" y="196976"/>
                  </a:cubicBezTo>
                  <a:cubicBezTo>
                    <a:pt x="591190" y="183327"/>
                    <a:pt x="585049" y="165348"/>
                    <a:pt x="585049" y="143039"/>
                  </a:cubicBezTo>
                  <a:lnTo>
                    <a:pt x="585049" y="136941"/>
                  </a:lnTo>
                  <a:cubicBezTo>
                    <a:pt x="585049" y="116058"/>
                    <a:pt x="591270" y="98528"/>
                    <a:pt x="603738" y="84377"/>
                  </a:cubicBezTo>
                  <a:cubicBezTo>
                    <a:pt x="616312" y="70120"/>
                    <a:pt x="631374" y="62992"/>
                    <a:pt x="648951" y="62992"/>
                  </a:cubicBezTo>
                  <a:cubicBezTo>
                    <a:pt x="668778" y="62992"/>
                    <a:pt x="683894" y="68959"/>
                    <a:pt x="694297" y="80865"/>
                  </a:cubicBezTo>
                  <a:cubicBezTo>
                    <a:pt x="704833" y="92667"/>
                    <a:pt x="710074" y="108929"/>
                    <a:pt x="710074" y="129601"/>
                  </a:cubicBezTo>
                  <a:lnTo>
                    <a:pt x="710074" y="146550"/>
                  </a:lnTo>
                  <a:lnTo>
                    <a:pt x="613241" y="146550"/>
                  </a:lnTo>
                  <a:lnTo>
                    <a:pt x="612791" y="147158"/>
                  </a:lnTo>
                  <a:cubicBezTo>
                    <a:pt x="613109" y="161836"/>
                    <a:pt x="616762" y="173690"/>
                    <a:pt x="623830" y="182772"/>
                  </a:cubicBezTo>
                  <a:cubicBezTo>
                    <a:pt x="630977" y="191749"/>
                    <a:pt x="640718" y="196210"/>
                    <a:pt x="653107" y="196210"/>
                  </a:cubicBezTo>
                  <a:cubicBezTo>
                    <a:pt x="670473" y="196210"/>
                    <a:pt x="684582" y="191326"/>
                    <a:pt x="695409" y="181531"/>
                  </a:cubicBezTo>
                  <a:lnTo>
                    <a:pt x="706130" y="199114"/>
                  </a:lnTo>
                  <a:lnTo>
                    <a:pt x="705971" y="199114"/>
                  </a:lnTo>
                  <a:cubicBezTo>
                    <a:pt x="693503" y="211338"/>
                    <a:pt x="675873" y="217463"/>
                    <a:pt x="653107" y="217463"/>
                  </a:cubicBezTo>
                  <a:close/>
                  <a:moveTo>
                    <a:pt x="745334" y="281036"/>
                  </a:moveTo>
                  <a:cubicBezTo>
                    <a:pt x="741443" y="281036"/>
                    <a:pt x="736096" y="280323"/>
                    <a:pt x="729239" y="278897"/>
                  </a:cubicBezTo>
                  <a:lnTo>
                    <a:pt x="731993" y="257513"/>
                  </a:lnTo>
                  <a:cubicBezTo>
                    <a:pt x="738743" y="258014"/>
                    <a:pt x="742766" y="258278"/>
                    <a:pt x="744090" y="258278"/>
                  </a:cubicBezTo>
                  <a:cubicBezTo>
                    <a:pt x="749384" y="258278"/>
                    <a:pt x="753832" y="256034"/>
                    <a:pt x="757432" y="251546"/>
                  </a:cubicBezTo>
                  <a:cubicBezTo>
                    <a:pt x="761111" y="247058"/>
                    <a:pt x="764420" y="241039"/>
                    <a:pt x="767385" y="233515"/>
                  </a:cubicBezTo>
                  <a:lnTo>
                    <a:pt x="773818" y="217938"/>
                  </a:lnTo>
                  <a:lnTo>
                    <a:pt x="718360" y="72153"/>
                  </a:lnTo>
                  <a:lnTo>
                    <a:pt x="748696" y="72153"/>
                  </a:lnTo>
                  <a:lnTo>
                    <a:pt x="780409" y="165823"/>
                  </a:lnTo>
                  <a:lnTo>
                    <a:pt x="785147" y="184462"/>
                  </a:lnTo>
                  <a:lnTo>
                    <a:pt x="786074" y="184462"/>
                  </a:lnTo>
                  <a:lnTo>
                    <a:pt x="822684" y="72153"/>
                  </a:lnTo>
                  <a:lnTo>
                    <a:pt x="852862" y="72153"/>
                  </a:lnTo>
                  <a:lnTo>
                    <a:pt x="790204" y="243758"/>
                  </a:lnTo>
                  <a:cubicBezTo>
                    <a:pt x="780700" y="268627"/>
                    <a:pt x="765744" y="281036"/>
                    <a:pt x="745308" y="281036"/>
                  </a:cubicBezTo>
                  <a:close/>
                  <a:moveTo>
                    <a:pt x="891378" y="138762"/>
                  </a:moveTo>
                  <a:lnTo>
                    <a:pt x="891378" y="141825"/>
                  </a:lnTo>
                  <a:cubicBezTo>
                    <a:pt x="891378" y="158325"/>
                    <a:pt x="894740" y="171526"/>
                    <a:pt x="901490" y="181399"/>
                  </a:cubicBezTo>
                  <a:cubicBezTo>
                    <a:pt x="908346" y="191273"/>
                    <a:pt x="918141" y="196237"/>
                    <a:pt x="930900" y="196237"/>
                  </a:cubicBezTo>
                  <a:cubicBezTo>
                    <a:pt x="943659" y="196237"/>
                    <a:pt x="953480" y="191300"/>
                    <a:pt x="960310" y="181399"/>
                  </a:cubicBezTo>
                  <a:cubicBezTo>
                    <a:pt x="967166" y="171420"/>
                    <a:pt x="970581" y="158220"/>
                    <a:pt x="970581" y="141825"/>
                  </a:cubicBezTo>
                  <a:lnTo>
                    <a:pt x="970581" y="138762"/>
                  </a:lnTo>
                  <a:cubicBezTo>
                    <a:pt x="970581" y="122552"/>
                    <a:pt x="967113" y="109484"/>
                    <a:pt x="960151" y="99504"/>
                  </a:cubicBezTo>
                  <a:cubicBezTo>
                    <a:pt x="953321" y="89419"/>
                    <a:pt x="943501" y="84377"/>
                    <a:pt x="930741" y="84377"/>
                  </a:cubicBezTo>
                  <a:cubicBezTo>
                    <a:pt x="917982" y="84377"/>
                    <a:pt x="908320" y="89419"/>
                    <a:pt x="901464" y="99504"/>
                  </a:cubicBezTo>
                  <a:cubicBezTo>
                    <a:pt x="894713" y="109484"/>
                    <a:pt x="891351" y="122579"/>
                    <a:pt x="891351" y="138762"/>
                  </a:cubicBezTo>
                  <a:close/>
                  <a:moveTo>
                    <a:pt x="864086" y="141798"/>
                  </a:moveTo>
                  <a:lnTo>
                    <a:pt x="864086" y="138736"/>
                  </a:lnTo>
                  <a:cubicBezTo>
                    <a:pt x="864086" y="116322"/>
                    <a:pt x="870121" y="98079"/>
                    <a:pt x="882166" y="84034"/>
                  </a:cubicBezTo>
                  <a:cubicBezTo>
                    <a:pt x="894210" y="69962"/>
                    <a:pt x="910464" y="62939"/>
                    <a:pt x="930900" y="62939"/>
                  </a:cubicBezTo>
                  <a:cubicBezTo>
                    <a:pt x="951336" y="62939"/>
                    <a:pt x="967590" y="69962"/>
                    <a:pt x="979634" y="84034"/>
                  </a:cubicBezTo>
                  <a:cubicBezTo>
                    <a:pt x="991679" y="98000"/>
                    <a:pt x="997714" y="116216"/>
                    <a:pt x="997714" y="138736"/>
                  </a:cubicBezTo>
                  <a:lnTo>
                    <a:pt x="997714" y="141798"/>
                  </a:lnTo>
                  <a:cubicBezTo>
                    <a:pt x="997714" y="164424"/>
                    <a:pt x="991679" y="182693"/>
                    <a:pt x="979634" y="196659"/>
                  </a:cubicBezTo>
                  <a:cubicBezTo>
                    <a:pt x="967669" y="210519"/>
                    <a:pt x="951442" y="217436"/>
                    <a:pt x="930900" y="217436"/>
                  </a:cubicBezTo>
                  <a:cubicBezTo>
                    <a:pt x="910358" y="217436"/>
                    <a:pt x="894237" y="210467"/>
                    <a:pt x="882166" y="196501"/>
                  </a:cubicBezTo>
                  <a:cubicBezTo>
                    <a:pt x="870121" y="182535"/>
                    <a:pt x="864086" y="164318"/>
                    <a:pt x="864086" y="141798"/>
                  </a:cubicBezTo>
                  <a:close/>
                  <a:moveTo>
                    <a:pt x="1024848" y="65421"/>
                  </a:moveTo>
                  <a:lnTo>
                    <a:pt x="1049069" y="65421"/>
                  </a:lnTo>
                  <a:lnTo>
                    <a:pt x="1051055" y="87571"/>
                  </a:lnTo>
                  <a:cubicBezTo>
                    <a:pt x="1061379" y="70965"/>
                    <a:pt x="1076123" y="62675"/>
                    <a:pt x="1095342" y="62675"/>
                  </a:cubicBezTo>
                  <a:cubicBezTo>
                    <a:pt x="1111675" y="62675"/>
                    <a:pt x="1124196" y="67454"/>
                    <a:pt x="1132878" y="77037"/>
                  </a:cubicBezTo>
                  <a:cubicBezTo>
                    <a:pt x="1141561" y="86515"/>
                    <a:pt x="1145902" y="100930"/>
                    <a:pt x="1145902" y="120282"/>
                  </a:cubicBezTo>
                  <a:lnTo>
                    <a:pt x="1145902" y="214268"/>
                  </a:lnTo>
                  <a:lnTo>
                    <a:pt x="1118795" y="214268"/>
                  </a:lnTo>
                  <a:lnTo>
                    <a:pt x="1118795" y="120889"/>
                  </a:lnTo>
                  <a:cubicBezTo>
                    <a:pt x="1118795" y="107953"/>
                    <a:pt x="1116228" y="98686"/>
                    <a:pt x="1111145" y="93063"/>
                  </a:cubicBezTo>
                  <a:cubicBezTo>
                    <a:pt x="1106036" y="87466"/>
                    <a:pt x="1098068" y="84667"/>
                    <a:pt x="1087241" y="84667"/>
                  </a:cubicBezTo>
                  <a:cubicBezTo>
                    <a:pt x="1079485" y="84667"/>
                    <a:pt x="1072576" y="86515"/>
                    <a:pt x="1066567" y="90158"/>
                  </a:cubicBezTo>
                  <a:cubicBezTo>
                    <a:pt x="1060531" y="93828"/>
                    <a:pt x="1055687" y="99029"/>
                    <a:pt x="1052008" y="105735"/>
                  </a:cubicBezTo>
                  <a:lnTo>
                    <a:pt x="1052008" y="214242"/>
                  </a:lnTo>
                  <a:lnTo>
                    <a:pt x="1024901" y="214242"/>
                  </a:lnTo>
                  <a:lnTo>
                    <a:pt x="1024901" y="65395"/>
                  </a:lnTo>
                  <a:close/>
                  <a:moveTo>
                    <a:pt x="1172718" y="142881"/>
                  </a:moveTo>
                  <a:cubicBezTo>
                    <a:pt x="1172718" y="118539"/>
                    <a:pt x="1177880" y="99135"/>
                    <a:pt x="1188204" y="84667"/>
                  </a:cubicBezTo>
                  <a:cubicBezTo>
                    <a:pt x="1198528" y="70200"/>
                    <a:pt x="1212611" y="62966"/>
                    <a:pt x="1230479" y="62966"/>
                  </a:cubicBezTo>
                  <a:cubicBezTo>
                    <a:pt x="1248347" y="62966"/>
                    <a:pt x="1262113" y="69276"/>
                    <a:pt x="1271695" y="81921"/>
                  </a:cubicBezTo>
                  <a:lnTo>
                    <a:pt x="1271695" y="0"/>
                  </a:lnTo>
                  <a:lnTo>
                    <a:pt x="1298961" y="0"/>
                  </a:lnTo>
                  <a:lnTo>
                    <a:pt x="1298961" y="214559"/>
                  </a:lnTo>
                  <a:lnTo>
                    <a:pt x="1276751" y="214559"/>
                  </a:lnTo>
                  <a:lnTo>
                    <a:pt x="1273522" y="196210"/>
                  </a:lnTo>
                  <a:cubicBezTo>
                    <a:pt x="1263622" y="210361"/>
                    <a:pt x="1249512" y="217463"/>
                    <a:pt x="1231247" y="217463"/>
                  </a:cubicBezTo>
                  <a:cubicBezTo>
                    <a:pt x="1212981" y="217463"/>
                    <a:pt x="1198660" y="210995"/>
                    <a:pt x="1188336" y="198058"/>
                  </a:cubicBezTo>
                  <a:cubicBezTo>
                    <a:pt x="1178012" y="185016"/>
                    <a:pt x="1172850" y="167592"/>
                    <a:pt x="1172850" y="145785"/>
                  </a:cubicBezTo>
                  <a:lnTo>
                    <a:pt x="1172692" y="142881"/>
                  </a:lnTo>
                  <a:close/>
                  <a:moveTo>
                    <a:pt x="1200143" y="142881"/>
                  </a:moveTo>
                  <a:lnTo>
                    <a:pt x="1200143" y="145785"/>
                  </a:lnTo>
                  <a:cubicBezTo>
                    <a:pt x="1200143" y="161361"/>
                    <a:pt x="1203266" y="173558"/>
                    <a:pt x="1209487" y="182297"/>
                  </a:cubicBezTo>
                  <a:cubicBezTo>
                    <a:pt x="1215814" y="191062"/>
                    <a:pt x="1225317" y="195445"/>
                    <a:pt x="1237971" y="195445"/>
                  </a:cubicBezTo>
                  <a:cubicBezTo>
                    <a:pt x="1253298" y="195445"/>
                    <a:pt x="1264627" y="188448"/>
                    <a:pt x="1271987" y="174509"/>
                  </a:cubicBezTo>
                  <a:lnTo>
                    <a:pt x="1271987" y="105128"/>
                  </a:lnTo>
                  <a:cubicBezTo>
                    <a:pt x="1264416" y="91690"/>
                    <a:pt x="1253192" y="84958"/>
                    <a:pt x="1238262" y="84958"/>
                  </a:cubicBezTo>
                  <a:cubicBezTo>
                    <a:pt x="1225502" y="84958"/>
                    <a:pt x="1215946" y="90158"/>
                    <a:pt x="1209619" y="100534"/>
                  </a:cubicBezTo>
                  <a:cubicBezTo>
                    <a:pt x="1203293" y="110830"/>
                    <a:pt x="1200116" y="124928"/>
                    <a:pt x="1200116" y="142854"/>
                  </a:cubicBezTo>
                  <a:close/>
                  <a:moveTo>
                    <a:pt x="1363022" y="186442"/>
                  </a:moveTo>
                  <a:lnTo>
                    <a:pt x="1363022" y="214268"/>
                  </a:lnTo>
                  <a:lnTo>
                    <a:pt x="1335915" y="214268"/>
                  </a:lnTo>
                  <a:lnTo>
                    <a:pt x="1335915" y="186442"/>
                  </a:lnTo>
                  <a:lnTo>
                    <a:pt x="1363022" y="186442"/>
                  </a:lnTo>
                  <a:close/>
                </a:path>
              </a:pathLst>
            </a:custGeom>
            <a:solidFill>
              <a:schemeClr val="bg1"/>
            </a:solidFill>
            <a:ln w="2645" cap="flat">
              <a:noFill/>
              <a:prstDash val="solid"/>
              <a:miter/>
            </a:ln>
          </p:spPr>
          <p:txBody>
            <a:bodyPr/>
            <a:lstStyle/>
            <a:p>
              <a:endParaRPr lang="en-US"/>
            </a:p>
          </p:txBody>
        </p:sp>
        <p:sp>
          <p:nvSpPr>
            <p:cNvPr id="11" name="Freeform 10">
              <a:extLst>
                <a:ext uri="{FF2B5EF4-FFF2-40B4-BE49-F238E27FC236}">
                  <a16:creationId xmlns:a16="http://schemas.microsoft.com/office/drawing/2014/main" id="{9A1D5171-038D-B5D7-12A2-B2C7D77EB134}"/>
                </a:ext>
              </a:extLst>
            </p:cNvPr>
            <p:cNvSpPr/>
            <p:nvPr/>
          </p:nvSpPr>
          <p:spPr>
            <a:xfrm>
              <a:off x="460587" y="1405813"/>
              <a:ext cx="1158238" cy="419850"/>
            </a:xfrm>
            <a:custGeom>
              <a:avLst/>
              <a:gdLst>
                <a:gd name="csX0" fmla="*/ 902046 w 1158238"/>
                <a:gd name="csY0" fmla="*/ 419851 h 419850"/>
                <a:gd name="csX1" fmla="*/ 1158238 w 1158238"/>
                <a:gd name="csY1" fmla="*/ 419851 h 419850"/>
                <a:gd name="csX2" fmla="*/ 1158238 w 1158238"/>
                <a:gd name="csY2" fmla="*/ 342919 h 419850"/>
                <a:gd name="csX3" fmla="*/ 923462 w 1158238"/>
                <a:gd name="csY3" fmla="*/ 342919 h 419850"/>
                <a:gd name="csX4" fmla="*/ 923462 w 1158238"/>
                <a:gd name="csY4" fmla="*/ 0 h 419850"/>
                <a:gd name="csX5" fmla="*/ 834543 w 1158238"/>
                <a:gd name="csY5" fmla="*/ 0 h 419850"/>
                <a:gd name="csX6" fmla="*/ 834543 w 1158238"/>
                <a:gd name="csY6" fmla="*/ 353479 h 419850"/>
                <a:gd name="csX7" fmla="*/ 902046 w 1158238"/>
                <a:gd name="csY7" fmla="*/ 419824 h 419850"/>
                <a:gd name="csX8" fmla="*/ 356996 w 1158238"/>
                <a:gd name="csY8" fmla="*/ 419851 h 419850"/>
                <a:gd name="csX9" fmla="*/ 356996 w 1158238"/>
                <a:gd name="csY9" fmla="*/ 347143 h 419850"/>
                <a:gd name="csX10" fmla="*/ 77456 w 1158238"/>
                <a:gd name="csY10" fmla="*/ 347143 h 419850"/>
                <a:gd name="csX11" fmla="*/ 77456 w 1158238"/>
                <a:gd name="csY11" fmla="*/ 246134 h 419850"/>
                <a:gd name="csX12" fmla="*/ 356996 w 1158238"/>
                <a:gd name="csY12" fmla="*/ 246134 h 419850"/>
                <a:gd name="csX13" fmla="*/ 356996 w 1158238"/>
                <a:gd name="csY13" fmla="*/ 173453 h 419850"/>
                <a:gd name="csX14" fmla="*/ 77456 w 1158238"/>
                <a:gd name="csY14" fmla="*/ 173453 h 419850"/>
                <a:gd name="csX15" fmla="*/ 77456 w 1158238"/>
                <a:gd name="csY15" fmla="*/ 72391 h 419850"/>
                <a:gd name="csX16" fmla="*/ 356996 w 1158238"/>
                <a:gd name="csY16" fmla="*/ 72391 h 419850"/>
                <a:gd name="csX17" fmla="*/ 356996 w 1158238"/>
                <a:gd name="csY17" fmla="*/ 0 h 419850"/>
                <a:gd name="csX18" fmla="*/ 67476 w 1158238"/>
                <a:gd name="csY18" fmla="*/ 0 h 419850"/>
                <a:gd name="csX19" fmla="*/ 0 w 1158238"/>
                <a:gd name="csY19" fmla="*/ 66345 h 419850"/>
                <a:gd name="csX20" fmla="*/ 0 w 1158238"/>
                <a:gd name="csY20" fmla="*/ 353479 h 419850"/>
                <a:gd name="csX21" fmla="*/ 67503 w 1158238"/>
                <a:gd name="csY21" fmla="*/ 419824 h 419850"/>
                <a:gd name="csX22" fmla="*/ 356996 w 1158238"/>
                <a:gd name="csY22" fmla="*/ 419824 h 419850"/>
                <a:gd name="csX23" fmla="*/ 704409 w 1158238"/>
                <a:gd name="csY23" fmla="*/ 419851 h 419850"/>
                <a:gd name="csX24" fmla="*/ 799786 w 1158238"/>
                <a:gd name="csY24" fmla="*/ 419851 h 419850"/>
                <a:gd name="csX25" fmla="*/ 645589 w 1158238"/>
                <a:gd name="csY25" fmla="*/ 209939 h 419850"/>
                <a:gd name="csX26" fmla="*/ 799786 w 1158238"/>
                <a:gd name="csY26" fmla="*/ 0 h 419850"/>
                <a:gd name="csX27" fmla="*/ 704409 w 1158238"/>
                <a:gd name="csY27" fmla="*/ 0 h 419850"/>
                <a:gd name="csX28" fmla="*/ 596008 w 1158238"/>
                <a:gd name="csY28" fmla="*/ 148768 h 419850"/>
                <a:gd name="csX29" fmla="*/ 487580 w 1158238"/>
                <a:gd name="csY29" fmla="*/ 0 h 419850"/>
                <a:gd name="csX30" fmla="*/ 392203 w 1158238"/>
                <a:gd name="csY30" fmla="*/ 0 h 419850"/>
                <a:gd name="csX31" fmla="*/ 546400 w 1158238"/>
                <a:gd name="csY31" fmla="*/ 209912 h 419850"/>
                <a:gd name="csX32" fmla="*/ 392203 w 1158238"/>
                <a:gd name="csY32" fmla="*/ 419824 h 419850"/>
                <a:gd name="csX33" fmla="*/ 487580 w 1158238"/>
                <a:gd name="csY33" fmla="*/ 419824 h 419850"/>
                <a:gd name="csX34" fmla="*/ 596008 w 1158238"/>
                <a:gd name="csY34" fmla="*/ 271030 h 419850"/>
                <a:gd name="csX35" fmla="*/ 704409 w 1158238"/>
                <a:gd name="csY35" fmla="*/ 419824 h 4198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158238" h="419850">
                  <a:moveTo>
                    <a:pt x="902046" y="419851"/>
                  </a:moveTo>
                  <a:lnTo>
                    <a:pt x="1158238" y="419851"/>
                  </a:lnTo>
                  <a:lnTo>
                    <a:pt x="1158238" y="342919"/>
                  </a:lnTo>
                  <a:lnTo>
                    <a:pt x="923462" y="342919"/>
                  </a:lnTo>
                  <a:lnTo>
                    <a:pt x="923462" y="0"/>
                  </a:lnTo>
                  <a:lnTo>
                    <a:pt x="834543" y="0"/>
                  </a:lnTo>
                  <a:lnTo>
                    <a:pt x="834543" y="353479"/>
                  </a:lnTo>
                  <a:cubicBezTo>
                    <a:pt x="834543" y="390124"/>
                    <a:pt x="864774" y="419824"/>
                    <a:pt x="902046" y="419824"/>
                  </a:cubicBezTo>
                  <a:close/>
                  <a:moveTo>
                    <a:pt x="356996" y="419851"/>
                  </a:moveTo>
                  <a:lnTo>
                    <a:pt x="356996" y="347143"/>
                  </a:lnTo>
                  <a:lnTo>
                    <a:pt x="77456" y="347143"/>
                  </a:lnTo>
                  <a:lnTo>
                    <a:pt x="77456" y="246134"/>
                  </a:lnTo>
                  <a:lnTo>
                    <a:pt x="356996" y="246134"/>
                  </a:lnTo>
                  <a:lnTo>
                    <a:pt x="356996" y="173453"/>
                  </a:lnTo>
                  <a:lnTo>
                    <a:pt x="77456" y="173453"/>
                  </a:lnTo>
                  <a:lnTo>
                    <a:pt x="77456" y="72391"/>
                  </a:lnTo>
                  <a:lnTo>
                    <a:pt x="356996" y="72391"/>
                  </a:lnTo>
                  <a:lnTo>
                    <a:pt x="356996" y="0"/>
                  </a:lnTo>
                  <a:lnTo>
                    <a:pt x="67476" y="0"/>
                  </a:lnTo>
                  <a:cubicBezTo>
                    <a:pt x="30204" y="0"/>
                    <a:pt x="0" y="29701"/>
                    <a:pt x="0" y="66345"/>
                  </a:cubicBezTo>
                  <a:lnTo>
                    <a:pt x="0" y="353479"/>
                  </a:lnTo>
                  <a:cubicBezTo>
                    <a:pt x="0" y="390124"/>
                    <a:pt x="30231" y="419824"/>
                    <a:pt x="67503" y="419824"/>
                  </a:cubicBezTo>
                  <a:lnTo>
                    <a:pt x="356996" y="419824"/>
                  </a:lnTo>
                  <a:close/>
                  <a:moveTo>
                    <a:pt x="704409" y="419851"/>
                  </a:moveTo>
                  <a:lnTo>
                    <a:pt x="799786" y="419851"/>
                  </a:lnTo>
                  <a:lnTo>
                    <a:pt x="645589" y="209939"/>
                  </a:lnTo>
                  <a:lnTo>
                    <a:pt x="799786" y="0"/>
                  </a:lnTo>
                  <a:lnTo>
                    <a:pt x="704409" y="0"/>
                  </a:lnTo>
                  <a:lnTo>
                    <a:pt x="596008" y="148768"/>
                  </a:lnTo>
                  <a:lnTo>
                    <a:pt x="487580" y="0"/>
                  </a:lnTo>
                  <a:lnTo>
                    <a:pt x="392203" y="0"/>
                  </a:lnTo>
                  <a:lnTo>
                    <a:pt x="546400" y="209912"/>
                  </a:lnTo>
                  <a:lnTo>
                    <a:pt x="392203" y="419824"/>
                  </a:lnTo>
                  <a:lnTo>
                    <a:pt x="487580" y="419824"/>
                  </a:lnTo>
                  <a:lnTo>
                    <a:pt x="596008" y="271030"/>
                  </a:lnTo>
                  <a:lnTo>
                    <a:pt x="704409" y="419824"/>
                  </a:lnTo>
                  <a:close/>
                </a:path>
              </a:pathLst>
            </a:custGeom>
            <a:solidFill>
              <a:schemeClr val="accent5"/>
            </a:solidFill>
            <a:ln w="2645" cap="flat">
              <a:noFill/>
              <a:prstDash val="solid"/>
              <a:miter/>
            </a:ln>
          </p:spPr>
          <p:txBody>
            <a:bodyPr/>
            <a:lstStyle/>
            <a:p>
              <a:endParaRPr lang="en-US"/>
            </a:p>
          </p:txBody>
        </p:sp>
      </p:grpSp>
    </p:spTree>
    <p:extLst>
      <p:ext uri="{BB962C8B-B14F-4D97-AF65-F5344CB8AC3E}">
        <p14:creationId xmlns:p14="http://schemas.microsoft.com/office/powerpoint/2010/main" val="3188192176"/>
      </p:ext>
    </p:extLst>
  </p:cSld>
  <p:clrMapOvr>
    <a:masterClrMapping/>
  </p:clrMapOvr>
  <p:transition spd="med"/>
  <p:extLst>
    <p:ext uri="{DCECCB84-F9BA-43D5-87BE-67443E8EF086}">
      <p15:sldGuideLst xmlns:p15="http://schemas.microsoft.com/office/powerpoint/2012/main">
        <p15:guide id="1" pos="288">
          <p15:clr>
            <a:srgbClr val="FBAE40"/>
          </p15:clr>
        </p15:guide>
        <p15:guide id="2" pos="3720">
          <p15:clr>
            <a:srgbClr val="FBAE40"/>
          </p15:clr>
        </p15:guide>
        <p15:guide id="3" pos="3840">
          <p15:clr>
            <a:srgbClr val="FBAE40"/>
          </p15:clr>
        </p15:guide>
        <p15:guide id="4" pos="3960">
          <p15:clr>
            <a:srgbClr val="FBAE40"/>
          </p15:clr>
        </p15:guide>
        <p15:guide id="5" pos="7395">
          <p15:clr>
            <a:srgbClr val="FBAE40"/>
          </p15:clr>
        </p15:guide>
        <p15:guide id="6" orient="horz" pos="289">
          <p15:clr>
            <a:srgbClr val="FBAE40"/>
          </p15:clr>
        </p15:guide>
        <p15:guide id="7" orient="horz" pos="799">
          <p15:clr>
            <a:srgbClr val="FBAE40"/>
          </p15:clr>
        </p15:guide>
        <p15:guide id="8" orient="horz" pos="993">
          <p15:clr>
            <a:srgbClr val="FBAE40"/>
          </p15:clr>
        </p15:guide>
        <p15:guide id="9" orient="horz" pos="3542">
          <p15:clr>
            <a:srgbClr val="FBAE40"/>
          </p15:clr>
        </p15:guide>
        <p15:guide id="10" orient="horz" pos="3585">
          <p15:clr>
            <a:srgbClr val="FBAE40"/>
          </p15:clr>
        </p15:guide>
        <p15:guide id="11" orient="horz" pos="3888">
          <p15:clr>
            <a:srgbClr val="FBAE40"/>
          </p15:clr>
        </p15:guide>
        <p15:guide id="12" orient="horz" pos="416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457200" y="483327"/>
            <a:ext cx="11277600" cy="674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lang="en-US" dirty="0"/>
              <a:t>TITLE TEXT</a:t>
            </a:r>
          </a:p>
        </p:txBody>
      </p:sp>
      <p:sp>
        <p:nvSpPr>
          <p:cNvPr id="4" name="Body Level One…"/>
          <p:cNvSpPr txBox="1">
            <a:spLocks noGrp="1"/>
          </p:cNvSpPr>
          <p:nvPr>
            <p:ph type="body" idx="1"/>
          </p:nvPr>
        </p:nvSpPr>
        <p:spPr>
          <a:xfrm>
            <a:off x="457200" y="1661160"/>
            <a:ext cx="11277600" cy="42722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lvl="0"/>
            <a:r>
              <a:rPr dirty="0"/>
              <a:t>Body Level One</a:t>
            </a:r>
          </a:p>
          <a:p>
            <a:pPr lvl="1"/>
            <a:r>
              <a:rPr dirty="0"/>
              <a:t>Body Level Two</a:t>
            </a:r>
          </a:p>
          <a:p>
            <a:pPr lvl="2"/>
            <a:r>
              <a:rPr dirty="0"/>
              <a:t>Body Level Three</a:t>
            </a:r>
          </a:p>
        </p:txBody>
      </p:sp>
      <p:sp>
        <p:nvSpPr>
          <p:cNvPr id="6" name="Slide Number">
            <a:extLst>
              <a:ext uri="{FF2B5EF4-FFF2-40B4-BE49-F238E27FC236}">
                <a16:creationId xmlns:a16="http://schemas.microsoft.com/office/drawing/2014/main" id="{7670BFE1-1FC0-742F-7B52-1416A522D4AD}"/>
              </a:ext>
            </a:extLst>
          </p:cNvPr>
          <p:cNvSpPr txBox="1">
            <a:spLocks/>
          </p:cNvSpPr>
          <p:nvPr userDrawn="1"/>
        </p:nvSpPr>
        <p:spPr>
          <a:xfrm>
            <a:off x="11804664" y="6439760"/>
            <a:ext cx="250567" cy="291149"/>
          </a:xfrm>
          <a:prstGeom prst="rect">
            <a:avLst/>
          </a:prstGeom>
        </p:spPr>
        <p:txBody>
          <a:bodyPr lIns="45719" tIns="45719" rIns="45719" bIns="45719"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800" b="0" i="0" u="none" strike="noStrike" cap="none" spc="0" normalizeH="0" baseline="0">
                <a:ln>
                  <a:noFill/>
                </a:ln>
                <a:solidFill>
                  <a:schemeClr val="bg1"/>
                </a:solidFill>
                <a:effectLst/>
                <a:uFillTx/>
                <a:latin typeface="Yantramanav" panose="02000000000000000000" pitchFamily="2" charset="0"/>
                <a:ea typeface="+mj-ea"/>
                <a:cs typeface="Yantramanav" panose="02000000000000000000" pitchFamily="2" charset="0"/>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z="1000" smtClean="0">
                <a:solidFill>
                  <a:schemeClr val="accent1"/>
                </a:solidFill>
                <a:latin typeface="Yantramanav Light" panose="02000000000000000000" pitchFamily="2" charset="0"/>
                <a:cs typeface="Yantramanav Light" panose="02000000000000000000" pitchFamily="2" charset="0"/>
              </a:rPr>
              <a:pPr/>
              <a:t>‹#›</a:t>
            </a:fld>
            <a:endParaRPr lang="en-US" sz="1000" dirty="0">
              <a:solidFill>
                <a:schemeClr val="accent1"/>
              </a:solidFill>
              <a:latin typeface="Yantramanav Light" panose="02000000000000000000" pitchFamily="2" charset="0"/>
              <a:cs typeface="Yantramanav Light" panose="02000000000000000000" pitchFamily="2" charset="0"/>
            </a:endParaRPr>
          </a:p>
        </p:txBody>
      </p:sp>
    </p:spTree>
    <p:extLst>
      <p:ext uri="{BB962C8B-B14F-4D97-AF65-F5344CB8AC3E}">
        <p14:creationId xmlns:p14="http://schemas.microsoft.com/office/powerpoint/2010/main" val="3564145043"/>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Lst>
  <p:transition spd="med"/>
  <p:hf hdr="0" ftr="0" dt="0"/>
  <p:txStyles>
    <p:titleStyle>
      <a:lvl1pPr marL="0" marR="0" indent="0" algn="l" defTabSz="914400" rtl="0" eaLnBrk="1" latinLnBrk="0" hangingPunct="1">
        <a:lnSpc>
          <a:spcPct val="75000"/>
        </a:lnSpc>
        <a:spcBef>
          <a:spcPts val="0"/>
        </a:spcBef>
        <a:spcAft>
          <a:spcPts val="0"/>
        </a:spcAft>
        <a:buClrTx/>
        <a:buSzTx/>
        <a:buFontTx/>
        <a:buNone/>
        <a:tabLst/>
        <a:defRPr sz="3600" b="1" i="0" u="none" strike="noStrike" cap="none" spc="0" baseline="0">
          <a:solidFill>
            <a:schemeClr val="accent2"/>
          </a:solidFill>
          <a:uFillTx/>
          <a:latin typeface="Yantramanav" panose="02000000000000000000" pitchFamily="2" charset="0"/>
          <a:ea typeface="Yantramanav" panose="02000000000000000000" pitchFamily="2" charset="0"/>
          <a:cs typeface="Yantramanav" panose="02000000000000000000" pitchFamily="2" charset="0"/>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03200" marR="0" indent="-203200" algn="l" defTabSz="914400" rtl="0" eaLnBrk="1" latinLnBrk="0" hangingPunct="1">
        <a:lnSpc>
          <a:spcPct val="90000"/>
        </a:lnSpc>
        <a:spcBef>
          <a:spcPts val="1000"/>
        </a:spcBef>
        <a:spcAft>
          <a:spcPts val="0"/>
        </a:spcAft>
        <a:buClr>
          <a:srgbClr val="FB4D0A"/>
        </a:buClr>
        <a:buSzPct val="100000"/>
        <a:buFont typeface="Arial"/>
        <a:buChar char="•"/>
        <a:tabLst/>
        <a:defRPr sz="1600" b="0" i="0" u="none" strike="noStrike" cap="none" spc="0" baseline="0">
          <a:solidFill>
            <a:schemeClr val="tx1"/>
          </a:solidFill>
          <a:uFillTx/>
          <a:latin typeface="+mn-lt"/>
          <a:ea typeface="Yantramanav" panose="02000000000000000000" pitchFamily="2" charset="0"/>
          <a:cs typeface="Yantramanav" panose="02000000000000000000" pitchFamily="2" charset="0"/>
          <a:sym typeface="Calibri Light"/>
        </a:defRPr>
      </a:lvl1pPr>
      <a:lvl2pPr marL="406400" marR="0" indent="-203200" algn="l" defTabSz="914400" rtl="0" eaLnBrk="1" latinLnBrk="0" hangingPunct="1">
        <a:lnSpc>
          <a:spcPct val="90000"/>
        </a:lnSpc>
        <a:spcBef>
          <a:spcPts val="1000"/>
        </a:spcBef>
        <a:spcAft>
          <a:spcPts val="0"/>
        </a:spcAft>
        <a:buClr>
          <a:srgbClr val="000000"/>
        </a:buClr>
        <a:buSzPct val="100000"/>
        <a:buFont typeface="Arial"/>
        <a:buChar char="–"/>
        <a:tabLst/>
        <a:defRPr sz="1600" b="0" i="0" u="none" strike="noStrike" cap="none" spc="0" baseline="0">
          <a:solidFill>
            <a:schemeClr val="tx1"/>
          </a:solidFill>
          <a:uFillTx/>
          <a:latin typeface="+mn-lt"/>
          <a:ea typeface="Yantramanav" panose="02000000000000000000" pitchFamily="2" charset="0"/>
          <a:cs typeface="Yantramanav" panose="02000000000000000000" pitchFamily="2" charset="0"/>
          <a:sym typeface="Calibri Light"/>
        </a:defRPr>
      </a:lvl2pPr>
      <a:lvl3pPr marL="609600" marR="0" indent="-203200" algn="l" defTabSz="914400" rtl="0" eaLnBrk="1" latinLnBrk="0" hangingPunct="1">
        <a:lnSpc>
          <a:spcPct val="90000"/>
        </a:lnSpc>
        <a:spcBef>
          <a:spcPts val="1000"/>
        </a:spcBef>
        <a:spcAft>
          <a:spcPts val="0"/>
        </a:spcAft>
        <a:buClr>
          <a:srgbClr val="000000"/>
        </a:buClr>
        <a:buSzPct val="100000"/>
        <a:buFont typeface="Arial"/>
        <a:buChar char="–"/>
        <a:tabLst/>
        <a:defRPr sz="1600" b="0" i="0" u="none" strike="noStrike" cap="none" spc="0" baseline="0">
          <a:solidFill>
            <a:schemeClr val="tx1"/>
          </a:solidFill>
          <a:uFillTx/>
          <a:latin typeface="+mn-lt"/>
          <a:ea typeface="Yantramanav" panose="02000000000000000000" pitchFamily="2" charset="0"/>
          <a:cs typeface="Yantramanav" panose="02000000000000000000" pitchFamily="2" charset="0"/>
          <a:sym typeface="Calibri Light"/>
        </a:defRPr>
      </a:lvl3pPr>
      <a:lvl4pPr marL="1221140" marR="0" indent="-365477" algn="l" defTabSz="914400" rtl="0" eaLnBrk="1" latinLnBrk="0" hangingPunct="1">
        <a:lnSpc>
          <a:spcPct val="90000"/>
        </a:lnSpc>
        <a:spcBef>
          <a:spcPts val="1000"/>
        </a:spcBef>
        <a:spcAft>
          <a:spcPts val="0"/>
        </a:spcAft>
        <a:buClr>
          <a:srgbClr val="FB4D0A"/>
        </a:buClr>
        <a:buSzPct val="100000"/>
        <a:buFont typeface="Arial"/>
        <a:buChar char="–"/>
        <a:tabLst/>
        <a:defRPr sz="1600" b="0" i="0" u="none" strike="noStrike" cap="none" spc="0" baseline="0">
          <a:solidFill>
            <a:schemeClr val="tx1"/>
          </a:solidFill>
          <a:uFillTx/>
          <a:latin typeface="+mn-lt"/>
          <a:ea typeface="Yantramanav" panose="02000000000000000000" pitchFamily="2" charset="0"/>
          <a:cs typeface="Yantramanav" panose="02000000000000000000" pitchFamily="2" charset="0"/>
          <a:sym typeface="Calibri Light"/>
        </a:defRPr>
      </a:lvl4pPr>
      <a:lvl5pPr marL="1524882" marR="0" indent="-424744" algn="l" defTabSz="914400" rtl="0" eaLnBrk="1" latinLnBrk="0" hangingPunct="1">
        <a:lnSpc>
          <a:spcPct val="90000"/>
        </a:lnSpc>
        <a:spcBef>
          <a:spcPts val="1000"/>
        </a:spcBef>
        <a:spcAft>
          <a:spcPts val="0"/>
        </a:spcAft>
        <a:buClr>
          <a:srgbClr val="FB4D0A"/>
        </a:buClr>
        <a:buSzPct val="100000"/>
        <a:buFont typeface="Arial"/>
        <a:buChar char="–"/>
        <a:tabLst/>
        <a:defRPr sz="1600" b="0" i="0" u="none" strike="noStrike" cap="none" spc="0" baseline="0">
          <a:solidFill>
            <a:schemeClr val="tx1"/>
          </a:solidFill>
          <a:uFillTx/>
          <a:latin typeface="+mn-lt"/>
          <a:ea typeface="Yantramanav" panose="02000000000000000000" pitchFamily="2" charset="0"/>
          <a:cs typeface="Yantramanav" panose="02000000000000000000" pitchFamily="2" charset="0"/>
          <a:sym typeface="Calibri Light"/>
        </a:defRPr>
      </a:lvl5pPr>
      <a:lvl6pPr marL="2641600" marR="0" indent="-355600" algn="l" defTabSz="914400" rtl="0" eaLnBrk="1" latinLnBrk="0" hangingPunct="1">
        <a:lnSpc>
          <a:spcPct val="90000"/>
        </a:lnSpc>
        <a:spcBef>
          <a:spcPts val="1000"/>
        </a:spcBef>
        <a:spcAft>
          <a:spcPts val="0"/>
        </a:spcAft>
        <a:buClr>
          <a:srgbClr val="FB4D0A"/>
        </a:buClr>
        <a:buSzPct val="100000"/>
        <a:buFont typeface="Arial"/>
        <a:buChar char="•"/>
        <a:tabLst/>
        <a:defRPr sz="2800" b="0" i="0" u="none" strike="noStrike" cap="none" spc="0" baseline="0">
          <a:solidFill>
            <a:srgbClr val="FB4D0A"/>
          </a:solidFill>
          <a:uFillTx/>
          <a:latin typeface="Calibri Light"/>
          <a:ea typeface="Calibri Light"/>
          <a:cs typeface="Calibri Light"/>
          <a:sym typeface="Calibri Light"/>
        </a:defRPr>
      </a:lvl6pPr>
      <a:lvl7pPr marL="3098800" marR="0" indent="-355600" algn="l" defTabSz="914400" rtl="0" eaLnBrk="1" latinLnBrk="0" hangingPunct="1">
        <a:lnSpc>
          <a:spcPct val="90000"/>
        </a:lnSpc>
        <a:spcBef>
          <a:spcPts val="1000"/>
        </a:spcBef>
        <a:spcAft>
          <a:spcPts val="0"/>
        </a:spcAft>
        <a:buClr>
          <a:srgbClr val="FB4D0A"/>
        </a:buClr>
        <a:buSzPct val="100000"/>
        <a:buFont typeface="Arial"/>
        <a:buChar char="•"/>
        <a:tabLst/>
        <a:defRPr sz="2800" b="0" i="0" u="none" strike="noStrike" cap="none" spc="0" baseline="0">
          <a:solidFill>
            <a:srgbClr val="FB4D0A"/>
          </a:solidFill>
          <a:uFillTx/>
          <a:latin typeface="Calibri Light"/>
          <a:ea typeface="Calibri Light"/>
          <a:cs typeface="Calibri Light"/>
          <a:sym typeface="Calibri Light"/>
        </a:defRPr>
      </a:lvl7pPr>
      <a:lvl8pPr marL="3556000" marR="0" indent="-355600" algn="l" defTabSz="914400" rtl="0" eaLnBrk="1" latinLnBrk="0" hangingPunct="1">
        <a:lnSpc>
          <a:spcPct val="90000"/>
        </a:lnSpc>
        <a:spcBef>
          <a:spcPts val="1000"/>
        </a:spcBef>
        <a:spcAft>
          <a:spcPts val="0"/>
        </a:spcAft>
        <a:buClr>
          <a:srgbClr val="FB4D0A"/>
        </a:buClr>
        <a:buSzPct val="100000"/>
        <a:buFont typeface="Arial"/>
        <a:buChar char="•"/>
        <a:tabLst/>
        <a:defRPr sz="2800" b="0" i="0" u="none" strike="noStrike" cap="none" spc="0" baseline="0">
          <a:solidFill>
            <a:srgbClr val="FB4D0A"/>
          </a:solidFill>
          <a:uFillTx/>
          <a:latin typeface="Calibri Light"/>
          <a:ea typeface="Calibri Light"/>
          <a:cs typeface="Calibri Light"/>
          <a:sym typeface="Calibri Light"/>
        </a:defRPr>
      </a:lvl8pPr>
      <a:lvl9pPr marL="4013200" marR="0" indent="-355600" algn="l" defTabSz="914400" rtl="0" eaLnBrk="1" latinLnBrk="0" hangingPunct="1">
        <a:lnSpc>
          <a:spcPct val="90000"/>
        </a:lnSpc>
        <a:spcBef>
          <a:spcPts val="1000"/>
        </a:spcBef>
        <a:spcAft>
          <a:spcPts val="0"/>
        </a:spcAft>
        <a:buClr>
          <a:srgbClr val="FB4D0A"/>
        </a:buClr>
        <a:buSzPct val="100000"/>
        <a:buFont typeface="Arial"/>
        <a:buChar char="•"/>
        <a:tabLst/>
        <a:defRPr sz="2800" b="0" i="0" u="none" strike="noStrike" cap="none" spc="0" baseline="0">
          <a:solidFill>
            <a:srgbClr val="FB4D0A"/>
          </a:solidFill>
          <a:uFillTx/>
          <a:latin typeface="Calibri Light"/>
          <a:ea typeface="Calibri Light"/>
          <a:cs typeface="Calibri Light"/>
          <a:sym typeface="Calibri Light"/>
        </a:defRPr>
      </a:lvl9pPr>
    </p:bodyStyle>
    <p:otherStyle>
      <a:lvl1pPr marL="0" marR="0" indent="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88">
          <p15:clr>
            <a:srgbClr val="F26B43"/>
          </p15:clr>
        </p15:guide>
        <p15:guide id="4" pos="288">
          <p15:clr>
            <a:srgbClr val="F26B43"/>
          </p15:clr>
        </p15:guide>
        <p15:guide id="5" pos="73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1" cy="1"/>
          <a:chOff x="0" y="0"/>
          <a:chExt cx="1" cy="1"/>
        </a:xfrm>
      </p:grpSpPr>
      <p:pic>
        <p:nvPicPr>
          <p:cNvPr id="2" name="Image 0" descr="/mnt/data/Multi_Agentic_AI_Architecture 1/slide-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2F50"/>
        </a:solidFill>
        <a:effectLst/>
      </p:bgPr>
    </p:bg>
    <p:spTree>
      <p:nvGrpSpPr>
        <p:cNvPr id="1" name=""/>
        <p:cNvGrpSpPr/>
        <p:nvPr/>
      </p:nvGrpSpPr>
      <p:grpSpPr>
        <a:xfrm>
          <a:off x="0" y="0"/>
          <a:ext cx="1" cy="1"/>
          <a:chOff x="0" y="0"/>
          <a:chExt cx="1" cy="1"/>
        </a:xfrm>
      </p:grpSpPr>
      <p:sp>
        <p:nvSpPr>
          <p:cNvPr id="2" name="Text 0"/>
          <p:cNvSpPr/>
          <p:nvPr/>
        </p:nvSpPr>
        <p:spPr>
          <a:xfrm>
            <a:off x="548640" y="960120"/>
            <a:ext cx="6035040" cy="868680"/>
          </a:xfrm>
          <a:prstGeom prst="rect">
            <a:avLst/>
          </a:prstGeom>
          <a:noFill/>
          <a:ln/>
        </p:spPr>
        <p:txBody>
          <a:bodyPr wrap="square" lIns="0" tIns="0" rIns="0" bIns="0" rtlCol="0" anchor="ctr">
            <a:normAutofit/>
          </a:bodyPr>
          <a:lstStyle/>
          <a:p>
            <a:pPr marL="0" indent="0" algn="l">
              <a:lnSpc>
                <a:spcPct val="100000"/>
              </a:lnSpc>
              <a:buNone/>
            </a:pPr>
            <a:r>
              <a:rPr lang="en-US" sz="5400" b="1" dirty="0">
                <a:solidFill>
                  <a:srgbClr val="FFFFFF"/>
                </a:solidFill>
                <a:latin typeface="Arial" pitchFamily="34" charset="0"/>
                <a:ea typeface="Arial" pitchFamily="34" charset="-122"/>
                <a:cs typeface="Arial" pitchFamily="34" charset="-120"/>
              </a:rPr>
              <a:t>DataTalk.AI</a:t>
            </a:r>
            <a:endParaRPr lang="en-US" sz="5400" dirty="0"/>
          </a:p>
        </p:txBody>
      </p:sp>
      <p:sp>
        <p:nvSpPr>
          <p:cNvPr id="3" name="Text 1"/>
          <p:cNvSpPr/>
          <p:nvPr/>
        </p:nvSpPr>
        <p:spPr>
          <a:xfrm>
            <a:off x="548640" y="1874520"/>
            <a:ext cx="5760720" cy="868680"/>
          </a:xfrm>
          <a:prstGeom prst="rect">
            <a:avLst/>
          </a:prstGeom>
          <a:noFill/>
          <a:ln/>
        </p:spPr>
        <p:txBody>
          <a:bodyPr wrap="square" lIns="0" tIns="0" rIns="0" bIns="0" rtlCol="0" anchor="t">
            <a:normAutofit/>
          </a:bodyPr>
          <a:lstStyle/>
          <a:p>
            <a:pPr marL="0" indent="0" algn="l">
              <a:lnSpc>
                <a:spcPct val="100000"/>
              </a:lnSpc>
              <a:buNone/>
            </a:pPr>
            <a:r>
              <a:rPr lang="en-US" sz="2000" dirty="0">
                <a:solidFill>
                  <a:srgbClr val="BFD3F2"/>
                </a:solidFill>
                <a:latin typeface="Arial" pitchFamily="34" charset="0"/>
                <a:ea typeface="Arial" pitchFamily="34" charset="-122"/>
                <a:cs typeface="Arial" pitchFamily="34" charset="-120"/>
              </a:rPr>
              <a:t>Ask your Appeals &amp; Grievances data in plain English and get answers you can verify.</a:t>
            </a:r>
            <a:endParaRPr lang="en-US" sz="2000" dirty="0"/>
          </a:p>
        </p:txBody>
      </p:sp>
      <p:sp>
        <p:nvSpPr>
          <p:cNvPr id="4" name="Shape 2"/>
          <p:cNvSpPr/>
          <p:nvPr/>
        </p:nvSpPr>
        <p:spPr>
          <a:xfrm>
            <a:off x="548640" y="3063240"/>
            <a:ext cx="548640" cy="548640"/>
          </a:xfrm>
          <a:prstGeom prst="ellipse">
            <a:avLst/>
          </a:prstGeom>
          <a:solidFill>
            <a:srgbClr val="FF5000"/>
          </a:solidFill>
          <a:ln w="8890">
            <a:solidFill>
              <a:srgbClr val="FF5000"/>
            </a:solidFill>
            <a:prstDash val="solid"/>
          </a:ln>
        </p:spPr>
        <p:txBody>
          <a:bodyPr/>
          <a:lstStyle/>
          <a:p>
            <a:endParaRPr lang="en-US"/>
          </a:p>
        </p:txBody>
      </p:sp>
      <p:pic>
        <p:nvPicPr>
          <p:cNvPr id="5" name="Image 0" descr="/mnt/data/work/image_1_3.png"/>
          <p:cNvPicPr>
            <a:picLocks noChangeAspect="1"/>
          </p:cNvPicPr>
          <p:nvPr/>
        </p:nvPicPr>
        <p:blipFill>
          <a:blip r:embed="rId3"/>
          <a:stretch>
            <a:fillRect/>
          </a:stretch>
        </p:blipFill>
        <p:spPr>
          <a:xfrm>
            <a:off x="696773" y="3211373"/>
            <a:ext cx="252374" cy="252374"/>
          </a:xfrm>
          <a:prstGeom prst="rect">
            <a:avLst/>
          </a:prstGeom>
        </p:spPr>
      </p:pic>
      <p:sp>
        <p:nvSpPr>
          <p:cNvPr id="6" name="Text 3"/>
          <p:cNvSpPr/>
          <p:nvPr/>
        </p:nvSpPr>
        <p:spPr>
          <a:xfrm>
            <a:off x="1280160" y="2999232"/>
            <a:ext cx="5029200" cy="274320"/>
          </a:xfrm>
          <a:prstGeom prst="rect">
            <a:avLst/>
          </a:prstGeom>
          <a:noFill/>
          <a:ln/>
        </p:spPr>
        <p:txBody>
          <a:bodyPr wrap="square" lIns="0" tIns="0" rIns="0" bIns="0" rtlCol="0" anchor="ctr">
            <a:normAutofit/>
          </a:bodyPr>
          <a:lstStyle/>
          <a:p>
            <a:pPr marL="0" indent="0" algn="l">
              <a:lnSpc>
                <a:spcPct val="100000"/>
              </a:lnSpc>
              <a:buNone/>
            </a:pPr>
            <a:r>
              <a:rPr lang="en-US" sz="1500" b="1" dirty="0">
                <a:solidFill>
                  <a:srgbClr val="FFFFFF"/>
                </a:solidFill>
                <a:latin typeface="Arial" pitchFamily="34" charset="0"/>
                <a:ea typeface="Arial" pitchFamily="34" charset="-122"/>
                <a:cs typeface="Arial" pitchFamily="34" charset="-120"/>
              </a:rPr>
              <a:t>The problem</a:t>
            </a:r>
            <a:endParaRPr lang="en-US" sz="1500" dirty="0"/>
          </a:p>
        </p:txBody>
      </p:sp>
      <p:sp>
        <p:nvSpPr>
          <p:cNvPr id="7" name="Text 4"/>
          <p:cNvSpPr/>
          <p:nvPr/>
        </p:nvSpPr>
        <p:spPr>
          <a:xfrm>
            <a:off x="1280160" y="3273552"/>
            <a:ext cx="5029200" cy="566928"/>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1200" dirty="0">
                <a:solidFill>
                  <a:srgbClr val="C9D6E3"/>
                </a:solidFill>
                <a:latin typeface="Arial" pitchFamily="34" charset="0"/>
                <a:ea typeface="Arial" pitchFamily="34" charset="-122"/>
                <a:cs typeface="Arial" pitchFamily="34" charset="-120"/>
              </a:rPr>
              <a:t>Ad-hoc questions about SLA, compliance, overturns and backlog each need an analyst, a query, a chart and a write-up. Dashboards only cover questions someone anticipated.</a:t>
            </a:r>
            <a:r>
              <a:rPr lang="en-US" sz="1200" dirty="0">
                <a:solidFill>
                  <a:srgbClr val="000000"/>
                </a:solidFill>
                <a:latin typeface="Arial" pitchFamily="34" charset="0"/>
                <a:ea typeface="Arial" pitchFamily="34" charset="-122"/>
                <a:cs typeface="Arial" pitchFamily="34" charset="-120"/>
              </a:rPr>
              <a:t>
</a:t>
            </a:r>
            <a:endParaRPr lang="en-US" sz="1200" dirty="0"/>
          </a:p>
        </p:txBody>
      </p:sp>
      <p:sp>
        <p:nvSpPr>
          <p:cNvPr id="8" name="Shape 5"/>
          <p:cNvSpPr/>
          <p:nvPr/>
        </p:nvSpPr>
        <p:spPr>
          <a:xfrm>
            <a:off x="548640" y="4114800"/>
            <a:ext cx="548640" cy="548640"/>
          </a:xfrm>
          <a:prstGeom prst="ellipse">
            <a:avLst/>
          </a:prstGeom>
          <a:solidFill>
            <a:srgbClr val="FF5000"/>
          </a:solidFill>
          <a:ln w="8890">
            <a:solidFill>
              <a:srgbClr val="FF5000"/>
            </a:solidFill>
            <a:prstDash val="solid"/>
          </a:ln>
        </p:spPr>
        <p:txBody>
          <a:bodyPr/>
          <a:lstStyle/>
          <a:p>
            <a:endParaRPr lang="en-US"/>
          </a:p>
        </p:txBody>
      </p:sp>
      <p:pic>
        <p:nvPicPr>
          <p:cNvPr id="9" name="Image 1" descr="/mnt/data/work/image_1_7.png"/>
          <p:cNvPicPr>
            <a:picLocks noChangeAspect="1"/>
          </p:cNvPicPr>
          <p:nvPr/>
        </p:nvPicPr>
        <p:blipFill>
          <a:blip r:embed="rId4"/>
          <a:stretch>
            <a:fillRect/>
          </a:stretch>
        </p:blipFill>
        <p:spPr>
          <a:xfrm>
            <a:off x="696773" y="4262933"/>
            <a:ext cx="252374" cy="252374"/>
          </a:xfrm>
          <a:prstGeom prst="rect">
            <a:avLst/>
          </a:prstGeom>
        </p:spPr>
      </p:pic>
      <p:sp>
        <p:nvSpPr>
          <p:cNvPr id="10" name="Text 6"/>
          <p:cNvSpPr/>
          <p:nvPr/>
        </p:nvSpPr>
        <p:spPr>
          <a:xfrm>
            <a:off x="1280160" y="4050792"/>
            <a:ext cx="5029200" cy="274320"/>
          </a:xfrm>
          <a:prstGeom prst="rect">
            <a:avLst/>
          </a:prstGeom>
          <a:noFill/>
          <a:ln/>
        </p:spPr>
        <p:txBody>
          <a:bodyPr wrap="square" lIns="0" tIns="0" rIns="0" bIns="0" rtlCol="0" anchor="ctr">
            <a:normAutofit/>
          </a:bodyPr>
          <a:lstStyle/>
          <a:p>
            <a:pPr marL="0" indent="0" algn="l">
              <a:lnSpc>
                <a:spcPct val="100000"/>
              </a:lnSpc>
              <a:buNone/>
            </a:pPr>
            <a:r>
              <a:rPr lang="en-US" sz="1500" b="1" dirty="0">
                <a:solidFill>
                  <a:srgbClr val="FFFFFF"/>
                </a:solidFill>
                <a:latin typeface="Arial" pitchFamily="34" charset="0"/>
                <a:ea typeface="Arial" pitchFamily="34" charset="-122"/>
                <a:cs typeface="Arial" pitchFamily="34" charset="-120"/>
              </a:rPr>
              <a:t>Who it is for</a:t>
            </a:r>
            <a:endParaRPr lang="en-US" sz="1500" dirty="0"/>
          </a:p>
        </p:txBody>
      </p:sp>
      <p:sp>
        <p:nvSpPr>
          <p:cNvPr id="11" name="Text 7"/>
          <p:cNvSpPr/>
          <p:nvPr/>
        </p:nvSpPr>
        <p:spPr>
          <a:xfrm>
            <a:off x="1280160" y="4325112"/>
            <a:ext cx="5029200" cy="566928"/>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9D6E3"/>
                </a:solidFill>
                <a:latin typeface="Arial" pitchFamily="34" charset="0"/>
                <a:ea typeface="Arial" pitchFamily="34" charset="-122"/>
                <a:cs typeface="Arial" pitchFamily="34" charset="-120"/>
              </a:rPr>
              <a:t>Appeals operations leads, compliance and quality teams, business analysts.</a:t>
            </a:r>
            <a:r>
              <a:rPr lang="en-US" sz="1200" dirty="0">
                <a:solidFill>
                  <a:srgbClr val="000000"/>
                </a:solidFill>
                <a:latin typeface="Arial" pitchFamily="34" charset="0"/>
                <a:ea typeface="Arial" pitchFamily="34" charset="-122"/>
                <a:cs typeface="Arial" pitchFamily="34" charset="-120"/>
              </a:rPr>
              <a:t>
</a:t>
            </a:r>
            <a:endParaRPr lang="en-US" sz="1200" dirty="0"/>
          </a:p>
        </p:txBody>
      </p:sp>
      <p:sp>
        <p:nvSpPr>
          <p:cNvPr id="12" name="Shape 8"/>
          <p:cNvSpPr/>
          <p:nvPr/>
        </p:nvSpPr>
        <p:spPr>
          <a:xfrm>
            <a:off x="548640" y="5166360"/>
            <a:ext cx="548640" cy="548640"/>
          </a:xfrm>
          <a:prstGeom prst="ellipse">
            <a:avLst/>
          </a:prstGeom>
          <a:solidFill>
            <a:srgbClr val="FF5000"/>
          </a:solidFill>
          <a:ln w="8890">
            <a:solidFill>
              <a:srgbClr val="FF5000"/>
            </a:solidFill>
            <a:prstDash val="solid"/>
          </a:ln>
        </p:spPr>
        <p:txBody>
          <a:bodyPr/>
          <a:lstStyle/>
          <a:p>
            <a:endParaRPr lang="en-US"/>
          </a:p>
        </p:txBody>
      </p:sp>
      <p:pic>
        <p:nvPicPr>
          <p:cNvPr id="13" name="Image 2" descr="/mnt/data/work/image_1_11.png"/>
          <p:cNvPicPr>
            <a:picLocks noChangeAspect="1"/>
          </p:cNvPicPr>
          <p:nvPr/>
        </p:nvPicPr>
        <p:blipFill>
          <a:blip r:embed="rId5"/>
          <a:stretch>
            <a:fillRect/>
          </a:stretch>
        </p:blipFill>
        <p:spPr>
          <a:xfrm>
            <a:off x="696773" y="5314493"/>
            <a:ext cx="252374" cy="252374"/>
          </a:xfrm>
          <a:prstGeom prst="rect">
            <a:avLst/>
          </a:prstGeom>
        </p:spPr>
      </p:pic>
      <p:sp>
        <p:nvSpPr>
          <p:cNvPr id="14" name="Text 9"/>
          <p:cNvSpPr/>
          <p:nvPr/>
        </p:nvSpPr>
        <p:spPr>
          <a:xfrm>
            <a:off x="1280160" y="5102352"/>
            <a:ext cx="5029200" cy="274320"/>
          </a:xfrm>
          <a:prstGeom prst="rect">
            <a:avLst/>
          </a:prstGeom>
          <a:noFill/>
          <a:ln/>
        </p:spPr>
        <p:txBody>
          <a:bodyPr wrap="square" lIns="0" tIns="0" rIns="0" bIns="0" rtlCol="0" anchor="ctr">
            <a:normAutofit/>
          </a:bodyPr>
          <a:lstStyle/>
          <a:p>
            <a:pPr marL="0" indent="0" algn="l">
              <a:lnSpc>
                <a:spcPct val="100000"/>
              </a:lnSpc>
              <a:buNone/>
            </a:pPr>
            <a:r>
              <a:rPr lang="en-US" sz="1500" b="1" dirty="0">
                <a:solidFill>
                  <a:srgbClr val="FFFFFF"/>
                </a:solidFill>
                <a:latin typeface="Arial" pitchFamily="34" charset="0"/>
                <a:ea typeface="Arial" pitchFamily="34" charset="-122"/>
                <a:cs typeface="Arial" pitchFamily="34" charset="-120"/>
              </a:rPr>
              <a:t>The value</a:t>
            </a:r>
            <a:endParaRPr lang="en-US" sz="1500" dirty="0"/>
          </a:p>
        </p:txBody>
      </p:sp>
      <p:sp>
        <p:nvSpPr>
          <p:cNvPr id="15" name="Text 10"/>
          <p:cNvSpPr/>
          <p:nvPr/>
        </p:nvSpPr>
        <p:spPr>
          <a:xfrm>
            <a:off x="1280160" y="5376672"/>
            <a:ext cx="5029200" cy="566928"/>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C9D6E3"/>
                </a:solidFill>
                <a:latin typeface="Arial" pitchFamily="34" charset="0"/>
                <a:ea typeface="Arial" pitchFamily="34" charset="-122"/>
                <a:cs typeface="Arial" pitchFamily="34" charset="-120"/>
              </a:rPr>
              <a:t>Answers from live Databricks data in one place: finding, charts, evidence, recommended actions and the exact SQL. AI interprets; code calculates.</a:t>
            </a:r>
            <a:r>
              <a:rPr lang="en-US" sz="1200" dirty="0">
                <a:solidFill>
                  <a:srgbClr val="000000"/>
                </a:solidFill>
                <a:latin typeface="Arial" pitchFamily="34" charset="0"/>
                <a:ea typeface="Arial" pitchFamily="34" charset="-122"/>
                <a:cs typeface="Arial" pitchFamily="34" charset="-120"/>
              </a:rPr>
              <a:t>
</a:t>
            </a:r>
            <a:endParaRPr lang="en-US" sz="1200" dirty="0"/>
          </a:p>
        </p:txBody>
      </p:sp>
      <p:sp>
        <p:nvSpPr>
          <p:cNvPr id="16" name="Shape 11"/>
          <p:cNvSpPr/>
          <p:nvPr/>
        </p:nvSpPr>
        <p:spPr>
          <a:xfrm>
            <a:off x="6903720" y="685800"/>
            <a:ext cx="4754880" cy="5120640"/>
          </a:xfrm>
          <a:prstGeom prst="rect">
            <a:avLst/>
          </a:prstGeom>
          <a:solidFill>
            <a:srgbClr val="FFFFFF"/>
          </a:solidFill>
          <a:ln w="8890">
            <a:solidFill>
              <a:srgbClr val="FFFFFF"/>
            </a:solidFill>
            <a:prstDash val="solid"/>
          </a:ln>
        </p:spPr>
        <p:txBody>
          <a:bodyPr/>
          <a:lstStyle/>
          <a:p>
            <a:endParaRPr lang="en-US"/>
          </a:p>
        </p:txBody>
      </p:sp>
      <p:sp>
        <p:nvSpPr>
          <p:cNvPr id="17" name="Shape 12"/>
          <p:cNvSpPr/>
          <p:nvPr/>
        </p:nvSpPr>
        <p:spPr>
          <a:xfrm>
            <a:off x="6903720" y="685800"/>
            <a:ext cx="4754880" cy="457200"/>
          </a:xfrm>
          <a:prstGeom prst="rect">
            <a:avLst/>
          </a:prstGeom>
          <a:solidFill>
            <a:srgbClr val="132C4F"/>
          </a:solidFill>
          <a:ln w="8890">
            <a:solidFill>
              <a:srgbClr val="132C4F"/>
            </a:solidFill>
            <a:prstDash val="solid"/>
          </a:ln>
        </p:spPr>
        <p:txBody>
          <a:bodyPr/>
          <a:lstStyle/>
          <a:p>
            <a:endParaRPr lang="en-US"/>
          </a:p>
        </p:txBody>
      </p:sp>
      <p:sp>
        <p:nvSpPr>
          <p:cNvPr id="18" name="Text 13"/>
          <p:cNvSpPr/>
          <p:nvPr/>
        </p:nvSpPr>
        <p:spPr>
          <a:xfrm>
            <a:off x="7086600" y="685800"/>
            <a:ext cx="2743200" cy="457200"/>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FFFFFF"/>
                </a:solidFill>
                <a:latin typeface="Arial" pitchFamily="34" charset="0"/>
                <a:ea typeface="Arial" pitchFamily="34" charset="-122"/>
                <a:cs typeface="Arial" pitchFamily="34" charset="-120"/>
              </a:rPr>
              <a:t>AI Assistant</a:t>
            </a:r>
            <a:endParaRPr lang="en-US" sz="1400" dirty="0"/>
          </a:p>
        </p:txBody>
      </p:sp>
      <p:sp>
        <p:nvSpPr>
          <p:cNvPr id="19" name="Shape 14"/>
          <p:cNvSpPr/>
          <p:nvPr/>
        </p:nvSpPr>
        <p:spPr>
          <a:xfrm>
            <a:off x="7452360" y="1325880"/>
            <a:ext cx="4069080" cy="713232"/>
          </a:xfrm>
          <a:prstGeom prst="roundRect">
            <a:avLst>
              <a:gd name="adj" fmla="val 7692"/>
            </a:avLst>
          </a:prstGeom>
          <a:solidFill>
            <a:srgbClr val="D7F3EF"/>
          </a:solidFill>
          <a:ln w="8890">
            <a:solidFill>
              <a:srgbClr val="D7F3EF"/>
            </a:solidFill>
            <a:prstDash val="solid"/>
          </a:ln>
        </p:spPr>
        <p:txBody>
          <a:bodyPr/>
          <a:lstStyle/>
          <a:p>
            <a:endParaRPr lang="en-US"/>
          </a:p>
        </p:txBody>
      </p:sp>
      <p:sp>
        <p:nvSpPr>
          <p:cNvPr id="20" name="Text 15"/>
          <p:cNvSpPr/>
          <p:nvPr/>
        </p:nvSpPr>
        <p:spPr>
          <a:xfrm>
            <a:off x="7589520" y="1325880"/>
            <a:ext cx="3840480" cy="713232"/>
          </a:xfrm>
          <a:prstGeom prst="rect">
            <a:avLst/>
          </a:prstGeom>
          <a:noFill/>
          <a:ln/>
        </p:spPr>
        <p:txBody>
          <a:bodyPr wrap="square" lIns="0" tIns="0" rIns="0" bIns="0" rtlCol="0" anchor="ctr">
            <a:normAutofit/>
          </a:bodyPr>
          <a:lstStyle/>
          <a:p>
            <a:pPr marL="0" indent="0" algn="l">
              <a:lnSpc>
                <a:spcPct val="100000"/>
              </a:lnSpc>
              <a:buNone/>
            </a:pPr>
            <a:r>
              <a:rPr lang="en-US" sz="1300" dirty="0">
                <a:solidFill>
                  <a:srgbClr val="172F50"/>
                </a:solidFill>
                <a:latin typeface="Arial" pitchFamily="34" charset="0"/>
                <a:ea typeface="Arial" pitchFamily="34" charset="-122"/>
                <a:cs typeface="Arial" pitchFamily="34" charset="-120"/>
              </a:rPr>
              <a:t>Which operational unit has the best TAT performance?</a:t>
            </a:r>
            <a:endParaRPr lang="en-US" sz="1300" dirty="0"/>
          </a:p>
        </p:txBody>
      </p:sp>
      <p:sp>
        <p:nvSpPr>
          <p:cNvPr id="21" name="Text 16"/>
          <p:cNvSpPr/>
          <p:nvPr/>
        </p:nvSpPr>
        <p:spPr>
          <a:xfrm>
            <a:off x="7132320" y="2212848"/>
            <a:ext cx="4114800" cy="274320"/>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FF5000"/>
                </a:solidFill>
                <a:latin typeface="Arial" pitchFamily="34" charset="0"/>
                <a:ea typeface="Arial" pitchFamily="34" charset="-122"/>
                <a:cs typeface="Arial" pitchFamily="34" charset="-120"/>
              </a:rPr>
              <a:t>AI Insight Findings</a:t>
            </a:r>
            <a:endParaRPr lang="en-US" sz="1200" dirty="0"/>
          </a:p>
        </p:txBody>
      </p:sp>
      <p:sp>
        <p:nvSpPr>
          <p:cNvPr id="22" name="Text 17"/>
          <p:cNvSpPr/>
          <p:nvPr/>
        </p:nvSpPr>
        <p:spPr>
          <a:xfrm>
            <a:off x="7132320" y="2487168"/>
            <a:ext cx="4297680" cy="36576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5B6B82"/>
                </a:solidFill>
                <a:latin typeface="Arial" pitchFamily="34" charset="0"/>
                <a:ea typeface="Arial" pitchFamily="34" charset="-122"/>
                <a:cs typeface="Arial" pitchFamily="34" charset="-120"/>
              </a:rPr>
              <a:t>Direct answer in plain English, written from the verified result.</a:t>
            </a:r>
            <a:endParaRPr lang="en-US" sz="1200" dirty="0"/>
          </a:p>
        </p:txBody>
      </p:sp>
      <p:sp>
        <p:nvSpPr>
          <p:cNvPr id="23" name="Shape 18"/>
          <p:cNvSpPr/>
          <p:nvPr/>
        </p:nvSpPr>
        <p:spPr>
          <a:xfrm>
            <a:off x="7132320" y="3017520"/>
            <a:ext cx="3108960" cy="256032"/>
          </a:xfrm>
          <a:prstGeom prst="rect">
            <a:avLst/>
          </a:prstGeom>
          <a:solidFill>
            <a:srgbClr val="FF5000"/>
          </a:solidFill>
          <a:ln w="8890">
            <a:solidFill>
              <a:srgbClr val="FFFFFF"/>
            </a:solidFill>
            <a:prstDash val="solid"/>
          </a:ln>
        </p:spPr>
        <p:txBody>
          <a:bodyPr/>
          <a:lstStyle/>
          <a:p>
            <a:endParaRPr lang="en-US"/>
          </a:p>
        </p:txBody>
      </p:sp>
      <p:sp>
        <p:nvSpPr>
          <p:cNvPr id="24" name="Shape 19"/>
          <p:cNvSpPr/>
          <p:nvPr/>
        </p:nvSpPr>
        <p:spPr>
          <a:xfrm>
            <a:off x="7132320" y="3401568"/>
            <a:ext cx="2468880" cy="256032"/>
          </a:xfrm>
          <a:prstGeom prst="rect">
            <a:avLst/>
          </a:prstGeom>
          <a:solidFill>
            <a:srgbClr val="9FB4CF"/>
          </a:solidFill>
          <a:ln w="8890">
            <a:solidFill>
              <a:srgbClr val="FFFFFF"/>
            </a:solidFill>
            <a:prstDash val="solid"/>
          </a:ln>
        </p:spPr>
        <p:txBody>
          <a:bodyPr/>
          <a:lstStyle/>
          <a:p>
            <a:endParaRPr lang="en-US"/>
          </a:p>
        </p:txBody>
      </p:sp>
      <p:sp>
        <p:nvSpPr>
          <p:cNvPr id="25" name="Shape 20"/>
          <p:cNvSpPr/>
          <p:nvPr/>
        </p:nvSpPr>
        <p:spPr>
          <a:xfrm>
            <a:off x="7132320" y="3785616"/>
            <a:ext cx="1828800" cy="256032"/>
          </a:xfrm>
          <a:prstGeom prst="rect">
            <a:avLst/>
          </a:prstGeom>
          <a:solidFill>
            <a:srgbClr val="9FB4CF"/>
          </a:solidFill>
          <a:ln w="8890">
            <a:solidFill>
              <a:srgbClr val="FFFFFF"/>
            </a:solidFill>
            <a:prstDash val="solid"/>
          </a:ln>
        </p:spPr>
        <p:txBody>
          <a:bodyPr/>
          <a:lstStyle/>
          <a:p>
            <a:endParaRPr lang="en-US"/>
          </a:p>
        </p:txBody>
      </p:sp>
      <p:sp>
        <p:nvSpPr>
          <p:cNvPr id="26" name="Shape 21"/>
          <p:cNvSpPr/>
          <p:nvPr/>
        </p:nvSpPr>
        <p:spPr>
          <a:xfrm>
            <a:off x="7132320" y="4169664"/>
            <a:ext cx="1280160" cy="256032"/>
          </a:xfrm>
          <a:prstGeom prst="rect">
            <a:avLst/>
          </a:prstGeom>
          <a:solidFill>
            <a:srgbClr val="9FB4CF"/>
          </a:solidFill>
          <a:ln w="8890">
            <a:solidFill>
              <a:srgbClr val="FFFFFF"/>
            </a:solidFill>
            <a:prstDash val="solid"/>
          </a:ln>
        </p:spPr>
        <p:txBody>
          <a:bodyPr/>
          <a:lstStyle/>
          <a:p>
            <a:endParaRPr lang="en-US"/>
          </a:p>
        </p:txBody>
      </p:sp>
      <p:sp>
        <p:nvSpPr>
          <p:cNvPr id="27" name="Text 22"/>
          <p:cNvSpPr/>
          <p:nvPr/>
        </p:nvSpPr>
        <p:spPr>
          <a:xfrm>
            <a:off x="7132320" y="4553712"/>
            <a:ext cx="2286000" cy="228600"/>
          </a:xfrm>
          <a:prstGeom prst="rect">
            <a:avLst/>
          </a:prstGeom>
          <a:noFill/>
          <a:ln/>
        </p:spPr>
        <p:txBody>
          <a:bodyPr wrap="square" lIns="0" tIns="0" rIns="0" bIns="0" rtlCol="0" anchor="ctr">
            <a:normAutofit/>
          </a:bodyPr>
          <a:lstStyle/>
          <a:p>
            <a:pPr marL="0" indent="0" algn="l">
              <a:lnSpc>
                <a:spcPct val="100000"/>
              </a:lnSpc>
              <a:buNone/>
            </a:pPr>
            <a:r>
              <a:rPr lang="en-US" sz="1000" i="1" dirty="0">
                <a:solidFill>
                  <a:srgbClr val="5B6B82"/>
                </a:solidFill>
                <a:latin typeface="Arial" pitchFamily="34" charset="0"/>
                <a:ea typeface="Arial" pitchFamily="34" charset="-122"/>
                <a:cs typeface="Arial" pitchFamily="34" charset="-120"/>
              </a:rPr>
              <a:t>Chart (illustrative)</a:t>
            </a:r>
            <a:endParaRPr lang="en-US" sz="1000" dirty="0"/>
          </a:p>
        </p:txBody>
      </p:sp>
      <p:sp>
        <p:nvSpPr>
          <p:cNvPr id="28" name="Shape 23"/>
          <p:cNvSpPr/>
          <p:nvPr/>
        </p:nvSpPr>
        <p:spPr>
          <a:xfrm>
            <a:off x="7132320" y="4846320"/>
            <a:ext cx="1193292" cy="310896"/>
          </a:xfrm>
          <a:prstGeom prst="roundRect">
            <a:avLst>
              <a:gd name="adj" fmla="val 17647"/>
            </a:avLst>
          </a:prstGeom>
          <a:solidFill>
            <a:srgbClr val="F3F6FA"/>
          </a:solidFill>
          <a:ln w="8890">
            <a:solidFill>
              <a:srgbClr val="D5DDE8"/>
            </a:solidFill>
            <a:prstDash val="solid"/>
          </a:ln>
        </p:spPr>
        <p:txBody>
          <a:bodyPr/>
          <a:lstStyle/>
          <a:p>
            <a:endParaRPr lang="en-US"/>
          </a:p>
        </p:txBody>
      </p:sp>
      <p:sp>
        <p:nvSpPr>
          <p:cNvPr id="29" name="Text 24"/>
          <p:cNvSpPr/>
          <p:nvPr/>
        </p:nvSpPr>
        <p:spPr>
          <a:xfrm>
            <a:off x="7132320" y="4846320"/>
            <a:ext cx="1193292" cy="310896"/>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172F50"/>
                </a:solidFill>
                <a:latin typeface="Arial" pitchFamily="34" charset="0"/>
                <a:ea typeface="Arial" pitchFamily="34" charset="-122"/>
                <a:cs typeface="Arial" pitchFamily="34" charset="-120"/>
              </a:rPr>
              <a:t>Insight panel</a:t>
            </a:r>
            <a:endParaRPr lang="en-US" sz="1050" dirty="0"/>
          </a:p>
        </p:txBody>
      </p:sp>
      <p:sp>
        <p:nvSpPr>
          <p:cNvPr id="30" name="Shape 25"/>
          <p:cNvSpPr/>
          <p:nvPr/>
        </p:nvSpPr>
        <p:spPr>
          <a:xfrm>
            <a:off x="8435340" y="4846320"/>
            <a:ext cx="1659636" cy="310896"/>
          </a:xfrm>
          <a:prstGeom prst="roundRect">
            <a:avLst>
              <a:gd name="adj" fmla="val 17647"/>
            </a:avLst>
          </a:prstGeom>
          <a:solidFill>
            <a:srgbClr val="F3F6FA"/>
          </a:solidFill>
          <a:ln w="8890">
            <a:solidFill>
              <a:srgbClr val="D5DDE8"/>
            </a:solidFill>
            <a:prstDash val="solid"/>
          </a:ln>
        </p:spPr>
        <p:txBody>
          <a:bodyPr/>
          <a:lstStyle/>
          <a:p>
            <a:endParaRPr lang="en-US"/>
          </a:p>
        </p:txBody>
      </p:sp>
      <p:sp>
        <p:nvSpPr>
          <p:cNvPr id="31" name="Text 26"/>
          <p:cNvSpPr/>
          <p:nvPr/>
        </p:nvSpPr>
        <p:spPr>
          <a:xfrm>
            <a:off x="8435340" y="4846320"/>
            <a:ext cx="1659636" cy="310896"/>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172F50"/>
                </a:solidFill>
                <a:latin typeface="Arial" pitchFamily="34" charset="0"/>
                <a:ea typeface="Arial" pitchFamily="34" charset="-122"/>
                <a:cs typeface="Arial" pitchFamily="34" charset="-120"/>
              </a:rPr>
              <a:t>Recommended actions</a:t>
            </a:r>
            <a:endParaRPr lang="en-US" sz="1050" dirty="0"/>
          </a:p>
        </p:txBody>
      </p:sp>
      <p:sp>
        <p:nvSpPr>
          <p:cNvPr id="32" name="Shape 27"/>
          <p:cNvSpPr/>
          <p:nvPr/>
        </p:nvSpPr>
        <p:spPr>
          <a:xfrm>
            <a:off x="10204704" y="4846320"/>
            <a:ext cx="882396" cy="310896"/>
          </a:xfrm>
          <a:prstGeom prst="roundRect">
            <a:avLst>
              <a:gd name="adj" fmla="val 17647"/>
            </a:avLst>
          </a:prstGeom>
          <a:solidFill>
            <a:srgbClr val="F3F6FA"/>
          </a:solidFill>
          <a:ln w="8890">
            <a:solidFill>
              <a:srgbClr val="D5DDE8"/>
            </a:solidFill>
            <a:prstDash val="solid"/>
          </a:ln>
        </p:spPr>
        <p:txBody>
          <a:bodyPr/>
          <a:lstStyle/>
          <a:p>
            <a:endParaRPr lang="en-US"/>
          </a:p>
        </p:txBody>
      </p:sp>
      <p:sp>
        <p:nvSpPr>
          <p:cNvPr id="33" name="Text 28"/>
          <p:cNvSpPr/>
          <p:nvPr/>
        </p:nvSpPr>
        <p:spPr>
          <a:xfrm>
            <a:off x="10204704" y="4846320"/>
            <a:ext cx="882396" cy="310896"/>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172F50"/>
                </a:solidFill>
                <a:latin typeface="Arial" pitchFamily="34" charset="0"/>
                <a:ea typeface="Arial" pitchFamily="34" charset="-122"/>
                <a:cs typeface="Arial" pitchFamily="34" charset="-120"/>
              </a:rPr>
              <a:t>Exact SQL</a:t>
            </a:r>
            <a:endParaRPr lang="en-US" sz="1050" dirty="0"/>
          </a:p>
        </p:txBody>
      </p:sp>
      <p:sp>
        <p:nvSpPr>
          <p:cNvPr id="34" name="Text 29"/>
          <p:cNvSpPr/>
          <p:nvPr/>
        </p:nvSpPr>
        <p:spPr>
          <a:xfrm>
            <a:off x="7132320" y="5321808"/>
            <a:ext cx="4389120" cy="274320"/>
          </a:xfrm>
          <a:prstGeom prst="rect">
            <a:avLst/>
          </a:prstGeom>
          <a:noFill/>
          <a:ln/>
        </p:spPr>
        <p:txBody>
          <a:bodyPr wrap="square" lIns="0" tIns="0" rIns="0" bIns="0" rtlCol="0" anchor="ctr">
            <a:normAutofit/>
          </a:bodyPr>
          <a:lstStyle/>
          <a:p>
            <a:pPr marL="0" indent="0" algn="l">
              <a:lnSpc>
                <a:spcPct val="100000"/>
              </a:lnSpc>
              <a:buNone/>
            </a:pPr>
            <a:r>
              <a:rPr lang="en-US" sz="1050" i="1" dirty="0">
                <a:solidFill>
                  <a:srgbClr val="5B6B82"/>
                </a:solidFill>
                <a:latin typeface="Arial" pitchFamily="34" charset="0"/>
                <a:ea typeface="Arial" pitchFamily="34" charset="-122"/>
                <a:cs typeface="Arial" pitchFamily="34" charset="-120"/>
              </a:rPr>
              <a:t>Illustrative layout of an answer.</a:t>
            </a:r>
            <a:endParaRPr lang="en-US" sz="1050" dirty="0"/>
          </a:p>
        </p:txBody>
      </p:sp>
      <p:sp>
        <p:nvSpPr>
          <p:cNvPr id="35" name="Text 30"/>
          <p:cNvSpPr/>
          <p:nvPr/>
        </p:nvSpPr>
        <p:spPr>
          <a:xfrm>
            <a:off x="548640" y="6473952"/>
            <a:ext cx="4572000" cy="228600"/>
          </a:xfrm>
          <a:prstGeom prst="rect">
            <a:avLst/>
          </a:prstGeom>
          <a:noFill/>
          <a:ln/>
        </p:spPr>
        <p:txBody>
          <a:bodyPr wrap="square" lIns="0" tIns="0" rIns="0" bIns="0" rtlCol="0" anchor="ctr">
            <a:normAutofit/>
          </a:bodyPr>
          <a:lstStyle/>
          <a:p>
            <a:pPr marL="0" indent="0" algn="l">
              <a:lnSpc>
                <a:spcPct val="100000"/>
              </a:lnSpc>
              <a:buNone/>
            </a:pPr>
            <a:r>
              <a:rPr lang="en-US" sz="1000" dirty="0">
                <a:solidFill>
                  <a:srgbClr val="BFD3F2"/>
                </a:solidFill>
                <a:latin typeface="Arial" pitchFamily="34" charset="0"/>
                <a:ea typeface="Arial" pitchFamily="34" charset="-122"/>
                <a:cs typeface="Arial" pitchFamily="34" charset="-120"/>
              </a:rPr>
              <a:t>DataTalk.AI</a:t>
            </a:r>
            <a:endParaRPr lang="en-US" sz="1000" dirty="0"/>
          </a:p>
        </p:txBody>
      </p:sp>
      <p:sp>
        <p:nvSpPr>
          <p:cNvPr id="36" name="Text 31"/>
          <p:cNvSpPr/>
          <p:nvPr/>
        </p:nvSpPr>
        <p:spPr>
          <a:xfrm>
            <a:off x="11091672" y="6473952"/>
            <a:ext cx="548640" cy="228600"/>
          </a:xfrm>
          <a:prstGeom prst="rect">
            <a:avLst/>
          </a:prstGeom>
          <a:noFill/>
          <a:ln/>
        </p:spPr>
        <p:txBody>
          <a:bodyPr wrap="square" lIns="0" tIns="0" rIns="0" bIns="0" rtlCol="0" anchor="ctr">
            <a:normAutofit/>
          </a:bodyPr>
          <a:lstStyle/>
          <a:p>
            <a:pPr marL="0" indent="0" algn="r">
              <a:lnSpc>
                <a:spcPct val="100000"/>
              </a:lnSpc>
              <a:buNone/>
            </a:pPr>
            <a:r>
              <a:rPr lang="en-US" sz="1000" dirty="0">
                <a:solidFill>
                  <a:srgbClr val="BFD3F2"/>
                </a:solidFill>
                <a:latin typeface="Arial" pitchFamily="34" charset="0"/>
                <a:ea typeface="Arial" pitchFamily="34" charset="-122"/>
                <a:cs typeface="Arial" pitchFamily="34" charset="-120"/>
              </a:rPr>
              <a:t>1</a:t>
            </a:r>
            <a:endParaRPr lang="en-US" sz="1000" dirty="0"/>
          </a:p>
        </p:txBody>
      </p:sp>
      <p:sp>
        <p:nvSpPr>
          <p:cNvPr id="37" name="Text 32"/>
          <p:cNvSpPr/>
          <p:nvPr/>
        </p:nvSpPr>
        <p:spPr>
          <a:xfrm>
            <a:off x="609600" y="548640"/>
            <a:ext cx="6705600" cy="304800"/>
          </a:xfrm>
          <a:prstGeom prst="rect">
            <a:avLst/>
          </a:prstGeom>
          <a:noFill/>
          <a:ln/>
        </p:spPr>
        <p:txBody>
          <a:bodyPr wrap="square" lIns="0" tIns="0" rIns="0" bIns="0" rtlCol="0" anchor="ctr">
            <a:normAutofit/>
          </a:bodyPr>
          <a:lstStyle/>
          <a:p>
            <a:pPr marL="0" indent="0" algn="l">
              <a:lnSpc>
                <a:spcPct val="100000"/>
              </a:lnSpc>
              <a:buNone/>
            </a:pPr>
            <a:r>
              <a:rPr lang="en-US" sz="1333" b="1" dirty="0">
                <a:solidFill>
                  <a:srgbClr val="FFFFFF"/>
                </a:solidFill>
                <a:latin typeface="Arial" pitchFamily="34" charset="0"/>
                <a:ea typeface="Arial" pitchFamily="34" charset="-122"/>
                <a:cs typeface="Arial" pitchFamily="34" charset="-120"/>
              </a:rPr>
              <a:t>PROOF OF CONCEPT · HEALTHCARE APPEALS &amp; GRIEVANCES</a:t>
            </a:r>
            <a:endParaRPr lang="en-US" sz="1333" dirty="0"/>
          </a:p>
        </p:txBody>
      </p:sp>
      <p:sp>
        <p:nvSpPr>
          <p:cNvPr id="39" name="Text 34"/>
          <p:cNvSpPr/>
          <p:nvPr/>
        </p:nvSpPr>
        <p:spPr>
          <a:xfrm>
            <a:off x="10314432" y="6419088"/>
            <a:ext cx="566928" cy="228600"/>
          </a:xfrm>
          <a:prstGeom prst="rect">
            <a:avLst/>
          </a:prstGeom>
          <a:noFill/>
          <a:ln/>
        </p:spPr>
        <p:txBody>
          <a:bodyPr wrap="square" lIns="0" tIns="0" rIns="0" bIns="0" rtlCol="0" anchor="ctr"/>
          <a:lstStyle/>
          <a:p>
            <a:pPr marL="0" indent="0">
              <a:buNone/>
            </a:pPr>
            <a:r>
              <a:rPr lang="en-US" sz="1600" b="1" dirty="0">
                <a:solidFill>
                  <a:srgbClr val="FF5000"/>
                </a:solidFill>
                <a:latin typeface="Arial" pitchFamily="34" charset="0"/>
                <a:ea typeface="Arial" pitchFamily="34" charset="-122"/>
                <a:cs typeface="Arial" pitchFamily="34" charset="-120"/>
              </a:rPr>
              <a:t>EXL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1" cy="1"/>
          <a:chOff x="0" y="0"/>
          <a:chExt cx="1" cy="1"/>
        </a:xfrm>
      </p:grpSpPr>
      <p:sp>
        <p:nvSpPr>
          <p:cNvPr id="2" name="Text 0"/>
          <p:cNvSpPr/>
          <p:nvPr/>
        </p:nvSpPr>
        <p:spPr>
          <a:xfrm>
            <a:off x="548640" y="365760"/>
            <a:ext cx="11064240" cy="822960"/>
          </a:xfrm>
          <a:prstGeom prst="rect">
            <a:avLst/>
          </a:prstGeom>
          <a:noFill/>
          <a:ln/>
        </p:spPr>
        <p:txBody>
          <a:bodyPr wrap="square" lIns="0" tIns="0" rIns="0" bIns="0" rtlCol="0" anchor="ctr">
            <a:normAutofit/>
          </a:bodyPr>
          <a:lstStyle/>
          <a:p>
            <a:pPr fontAlgn="t">
              <a:lnSpc>
                <a:spcPct val="100000"/>
              </a:lnSpc>
              <a:buNone/>
            </a:pPr>
            <a:r>
              <a:rPr lang="en-US" sz="2800" b="1" dirty="0">
                <a:solidFill>
                  <a:srgbClr val="172F50"/>
                </a:solidFill>
                <a:latin typeface="Arial" pitchFamily="34" charset="0"/>
                <a:cs typeface="Arial" pitchFamily="34" charset="-120"/>
              </a:rPr>
              <a:t>Turn</a:t>
            </a:r>
            <a:r>
              <a:rPr lang="en-US" sz="2800" b="1" dirty="0">
                <a:latin typeface="+mj-lt"/>
              </a:rPr>
              <a:t> </a:t>
            </a:r>
            <a:r>
              <a:rPr lang="en-US" sz="2800" b="1" dirty="0">
                <a:solidFill>
                  <a:srgbClr val="172F50"/>
                </a:solidFill>
                <a:latin typeface="Arial" pitchFamily="34" charset="0"/>
                <a:cs typeface="Arial" pitchFamily="34" charset="-120"/>
              </a:rPr>
              <a:t>Questions into Trusted Business Outcomes.</a:t>
            </a:r>
          </a:p>
        </p:txBody>
      </p:sp>
      <p:sp>
        <p:nvSpPr>
          <p:cNvPr id="3" name="Shape 1"/>
          <p:cNvSpPr/>
          <p:nvPr/>
        </p:nvSpPr>
        <p:spPr>
          <a:xfrm>
            <a:off x="548640" y="1417320"/>
            <a:ext cx="2331720" cy="2240280"/>
          </a:xfrm>
          <a:prstGeom prst="rect">
            <a:avLst/>
          </a:prstGeom>
          <a:solidFill>
            <a:srgbClr val="FFFFFF"/>
          </a:solidFill>
          <a:ln w="8890">
            <a:solidFill>
              <a:srgbClr val="D5DDE8"/>
            </a:solidFill>
            <a:prstDash val="solid"/>
          </a:ln>
        </p:spPr>
        <p:txBody>
          <a:bodyPr/>
          <a:lstStyle/>
          <a:p>
            <a:endParaRPr lang="en-US"/>
          </a:p>
        </p:txBody>
      </p:sp>
      <p:sp>
        <p:nvSpPr>
          <p:cNvPr id="4" name="Shape 2"/>
          <p:cNvSpPr/>
          <p:nvPr/>
        </p:nvSpPr>
        <p:spPr>
          <a:xfrm>
            <a:off x="548640" y="1417320"/>
            <a:ext cx="64008" cy="2240280"/>
          </a:xfrm>
          <a:prstGeom prst="rect">
            <a:avLst/>
          </a:prstGeom>
          <a:solidFill>
            <a:srgbClr val="FF5000"/>
          </a:solidFill>
          <a:ln w="8890">
            <a:solidFill>
              <a:srgbClr val="FF5000"/>
            </a:solidFill>
            <a:prstDash val="solid"/>
          </a:ln>
        </p:spPr>
        <p:txBody>
          <a:bodyPr/>
          <a:lstStyle/>
          <a:p>
            <a:endParaRPr lang="en-US"/>
          </a:p>
        </p:txBody>
      </p:sp>
      <p:sp>
        <p:nvSpPr>
          <p:cNvPr id="5" name="Shape 3"/>
          <p:cNvSpPr/>
          <p:nvPr/>
        </p:nvSpPr>
        <p:spPr>
          <a:xfrm>
            <a:off x="822960" y="1673352"/>
            <a:ext cx="566928" cy="566928"/>
          </a:xfrm>
          <a:prstGeom prst="ellipse">
            <a:avLst/>
          </a:prstGeom>
          <a:solidFill>
            <a:srgbClr val="FF5000"/>
          </a:solidFill>
          <a:ln w="8890">
            <a:solidFill>
              <a:srgbClr val="FF5000"/>
            </a:solidFill>
            <a:prstDash val="solid"/>
          </a:ln>
        </p:spPr>
        <p:txBody>
          <a:bodyPr/>
          <a:lstStyle/>
          <a:p>
            <a:endParaRPr lang="en-US"/>
          </a:p>
        </p:txBody>
      </p:sp>
      <p:pic>
        <p:nvPicPr>
          <p:cNvPr id="6" name="Image 0" descr="/mnt/data/work/image_2_4.png"/>
          <p:cNvPicPr>
            <a:picLocks noChangeAspect="1"/>
          </p:cNvPicPr>
          <p:nvPr/>
        </p:nvPicPr>
        <p:blipFill>
          <a:blip r:embed="rId3"/>
          <a:stretch>
            <a:fillRect/>
          </a:stretch>
        </p:blipFill>
        <p:spPr>
          <a:xfrm>
            <a:off x="976031" y="1826423"/>
            <a:ext cx="260787" cy="260787"/>
          </a:xfrm>
          <a:prstGeom prst="rect">
            <a:avLst/>
          </a:prstGeom>
        </p:spPr>
      </p:pic>
      <p:sp>
        <p:nvSpPr>
          <p:cNvPr id="7" name="Text 4"/>
          <p:cNvSpPr/>
          <p:nvPr/>
        </p:nvSpPr>
        <p:spPr>
          <a:xfrm>
            <a:off x="822960" y="2331720"/>
            <a:ext cx="1920240" cy="36576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72F50"/>
                </a:solidFill>
                <a:latin typeface="Arial" pitchFamily="34" charset="0"/>
                <a:ea typeface="Arial" pitchFamily="34" charset="-122"/>
                <a:cs typeface="Arial" pitchFamily="34" charset="-120"/>
              </a:rPr>
              <a:t>AI Assistant</a:t>
            </a:r>
            <a:endParaRPr lang="en-US" sz="1500" dirty="0"/>
          </a:p>
        </p:txBody>
      </p:sp>
      <p:sp>
        <p:nvSpPr>
          <p:cNvPr id="8" name="Text 5"/>
          <p:cNvSpPr/>
          <p:nvPr/>
        </p:nvSpPr>
        <p:spPr>
          <a:xfrm>
            <a:off x="822960" y="2715768"/>
            <a:ext cx="1920240" cy="868680"/>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5B6B82"/>
                </a:solidFill>
                <a:latin typeface="Arial" pitchFamily="34" charset="0"/>
                <a:ea typeface="Arial" pitchFamily="34" charset="-122"/>
                <a:cs typeface="Arial" pitchFamily="34" charset="-120"/>
              </a:rPr>
              <a:t>Typed or spoken questions; simple to very complex questions in one message.</a:t>
            </a:r>
            <a:endParaRPr lang="en-US" sz="1250" dirty="0"/>
          </a:p>
        </p:txBody>
      </p:sp>
      <p:sp>
        <p:nvSpPr>
          <p:cNvPr id="9" name="Shape 6"/>
          <p:cNvSpPr/>
          <p:nvPr/>
        </p:nvSpPr>
        <p:spPr>
          <a:xfrm>
            <a:off x="3108960" y="1417320"/>
            <a:ext cx="2331720" cy="2240280"/>
          </a:xfrm>
          <a:prstGeom prst="rect">
            <a:avLst/>
          </a:prstGeom>
          <a:solidFill>
            <a:srgbClr val="FFFFFF"/>
          </a:solidFill>
          <a:ln w="8890">
            <a:solidFill>
              <a:srgbClr val="D5DDE8"/>
            </a:solidFill>
            <a:prstDash val="solid"/>
          </a:ln>
        </p:spPr>
        <p:txBody>
          <a:bodyPr/>
          <a:lstStyle/>
          <a:p>
            <a:endParaRPr lang="en-US"/>
          </a:p>
        </p:txBody>
      </p:sp>
      <p:sp>
        <p:nvSpPr>
          <p:cNvPr id="10" name="Shape 7"/>
          <p:cNvSpPr/>
          <p:nvPr/>
        </p:nvSpPr>
        <p:spPr>
          <a:xfrm>
            <a:off x="3108960" y="1417320"/>
            <a:ext cx="64008" cy="2240280"/>
          </a:xfrm>
          <a:prstGeom prst="rect">
            <a:avLst/>
          </a:prstGeom>
          <a:solidFill>
            <a:srgbClr val="D97706"/>
          </a:solidFill>
          <a:ln w="8890">
            <a:solidFill>
              <a:srgbClr val="D97706"/>
            </a:solidFill>
            <a:prstDash val="solid"/>
          </a:ln>
        </p:spPr>
        <p:txBody>
          <a:bodyPr/>
          <a:lstStyle/>
          <a:p>
            <a:endParaRPr lang="en-US"/>
          </a:p>
        </p:txBody>
      </p:sp>
      <p:sp>
        <p:nvSpPr>
          <p:cNvPr id="11" name="Shape 8"/>
          <p:cNvSpPr/>
          <p:nvPr/>
        </p:nvSpPr>
        <p:spPr>
          <a:xfrm>
            <a:off x="3383280" y="1673352"/>
            <a:ext cx="566928" cy="566928"/>
          </a:xfrm>
          <a:prstGeom prst="ellipse">
            <a:avLst/>
          </a:prstGeom>
          <a:solidFill>
            <a:srgbClr val="D97706"/>
          </a:solidFill>
          <a:ln w="8890">
            <a:solidFill>
              <a:srgbClr val="D97706"/>
            </a:solidFill>
            <a:prstDash val="solid"/>
          </a:ln>
        </p:spPr>
        <p:txBody>
          <a:bodyPr/>
          <a:lstStyle/>
          <a:p>
            <a:endParaRPr lang="en-US"/>
          </a:p>
        </p:txBody>
      </p:sp>
      <p:pic>
        <p:nvPicPr>
          <p:cNvPr id="12" name="Image 1" descr="/mnt/data/work/image_2_10.png"/>
          <p:cNvPicPr>
            <a:picLocks noChangeAspect="1"/>
          </p:cNvPicPr>
          <p:nvPr/>
        </p:nvPicPr>
        <p:blipFill>
          <a:blip r:embed="rId4"/>
          <a:stretch>
            <a:fillRect/>
          </a:stretch>
        </p:blipFill>
        <p:spPr>
          <a:xfrm>
            <a:off x="3536351" y="1826423"/>
            <a:ext cx="260787" cy="260787"/>
          </a:xfrm>
          <a:prstGeom prst="rect">
            <a:avLst/>
          </a:prstGeom>
        </p:spPr>
      </p:pic>
      <p:sp>
        <p:nvSpPr>
          <p:cNvPr id="13" name="Text 9"/>
          <p:cNvSpPr/>
          <p:nvPr/>
        </p:nvSpPr>
        <p:spPr>
          <a:xfrm>
            <a:off x="3383280" y="2331720"/>
            <a:ext cx="1920240" cy="36576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72F50"/>
                </a:solidFill>
                <a:latin typeface="Arial" pitchFamily="34" charset="0"/>
                <a:ea typeface="Arial" pitchFamily="34" charset="-122"/>
                <a:cs typeface="Arial" pitchFamily="34" charset="-120"/>
              </a:rPr>
              <a:t>Governed SQL</a:t>
            </a:r>
            <a:endParaRPr lang="en-US" sz="1500" dirty="0"/>
          </a:p>
        </p:txBody>
      </p:sp>
      <p:sp>
        <p:nvSpPr>
          <p:cNvPr id="14" name="Text 10"/>
          <p:cNvSpPr/>
          <p:nvPr/>
        </p:nvSpPr>
        <p:spPr>
          <a:xfrm>
            <a:off x="3383280" y="2715768"/>
            <a:ext cx="1920240" cy="868680"/>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5B6B82"/>
                </a:solidFill>
                <a:latin typeface="Arial" pitchFamily="34" charset="0"/>
                <a:ea typeface="Arial" pitchFamily="34" charset="-122"/>
                <a:cs typeface="Arial" pitchFamily="34" charset="-120"/>
              </a:rPr>
              <a:t>One read-only query per question, validated before it can run.</a:t>
            </a:r>
            <a:endParaRPr lang="en-US" sz="1250" dirty="0"/>
          </a:p>
        </p:txBody>
      </p:sp>
      <p:sp>
        <p:nvSpPr>
          <p:cNvPr id="15" name="Shape 11"/>
          <p:cNvSpPr/>
          <p:nvPr/>
        </p:nvSpPr>
        <p:spPr>
          <a:xfrm>
            <a:off x="5669280" y="1417320"/>
            <a:ext cx="2331720" cy="2240280"/>
          </a:xfrm>
          <a:prstGeom prst="rect">
            <a:avLst/>
          </a:prstGeom>
          <a:solidFill>
            <a:srgbClr val="FFFFFF"/>
          </a:solidFill>
          <a:ln w="8890">
            <a:solidFill>
              <a:srgbClr val="D5DDE8"/>
            </a:solidFill>
            <a:prstDash val="solid"/>
          </a:ln>
        </p:spPr>
        <p:txBody>
          <a:bodyPr/>
          <a:lstStyle/>
          <a:p>
            <a:endParaRPr lang="en-US"/>
          </a:p>
        </p:txBody>
      </p:sp>
      <p:sp>
        <p:nvSpPr>
          <p:cNvPr id="16" name="Shape 12"/>
          <p:cNvSpPr/>
          <p:nvPr/>
        </p:nvSpPr>
        <p:spPr>
          <a:xfrm>
            <a:off x="5669280" y="1417320"/>
            <a:ext cx="64008" cy="2240280"/>
          </a:xfrm>
          <a:prstGeom prst="rect">
            <a:avLst/>
          </a:prstGeom>
          <a:solidFill>
            <a:srgbClr val="FF5000"/>
          </a:solidFill>
          <a:ln w="8890">
            <a:solidFill>
              <a:srgbClr val="FF5000"/>
            </a:solidFill>
            <a:prstDash val="solid"/>
          </a:ln>
        </p:spPr>
        <p:txBody>
          <a:bodyPr/>
          <a:lstStyle/>
          <a:p>
            <a:endParaRPr lang="en-US"/>
          </a:p>
        </p:txBody>
      </p:sp>
      <p:sp>
        <p:nvSpPr>
          <p:cNvPr id="17" name="Shape 13"/>
          <p:cNvSpPr/>
          <p:nvPr/>
        </p:nvSpPr>
        <p:spPr>
          <a:xfrm>
            <a:off x="5943600" y="1673352"/>
            <a:ext cx="566928" cy="566928"/>
          </a:xfrm>
          <a:prstGeom prst="ellipse">
            <a:avLst/>
          </a:prstGeom>
          <a:solidFill>
            <a:srgbClr val="FF5000"/>
          </a:solidFill>
          <a:ln w="8890">
            <a:solidFill>
              <a:srgbClr val="FF5000"/>
            </a:solidFill>
            <a:prstDash val="solid"/>
          </a:ln>
        </p:spPr>
        <p:txBody>
          <a:bodyPr/>
          <a:lstStyle/>
          <a:p>
            <a:endParaRPr lang="en-US"/>
          </a:p>
        </p:txBody>
      </p:sp>
      <p:pic>
        <p:nvPicPr>
          <p:cNvPr id="18" name="Image 2" descr="/mnt/data/work/image_2_16.png"/>
          <p:cNvPicPr>
            <a:picLocks noChangeAspect="1"/>
          </p:cNvPicPr>
          <p:nvPr/>
        </p:nvPicPr>
        <p:blipFill>
          <a:blip r:embed="rId5"/>
          <a:stretch>
            <a:fillRect/>
          </a:stretch>
        </p:blipFill>
        <p:spPr>
          <a:xfrm>
            <a:off x="6096671" y="1826423"/>
            <a:ext cx="260787" cy="260787"/>
          </a:xfrm>
          <a:prstGeom prst="rect">
            <a:avLst/>
          </a:prstGeom>
        </p:spPr>
      </p:pic>
      <p:sp>
        <p:nvSpPr>
          <p:cNvPr id="19" name="Text 14"/>
          <p:cNvSpPr/>
          <p:nvPr/>
        </p:nvSpPr>
        <p:spPr>
          <a:xfrm>
            <a:off x="5943600" y="2331720"/>
            <a:ext cx="1920240" cy="36576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72F50"/>
                </a:solidFill>
                <a:latin typeface="Arial" pitchFamily="34" charset="0"/>
                <a:ea typeface="Arial" pitchFamily="34" charset="-122"/>
                <a:cs typeface="Arial" pitchFamily="34" charset="-120"/>
              </a:rPr>
              <a:t>Verified insights</a:t>
            </a:r>
            <a:endParaRPr lang="en-US" sz="1500" dirty="0"/>
          </a:p>
        </p:txBody>
      </p:sp>
      <p:sp>
        <p:nvSpPr>
          <p:cNvPr id="20" name="Text 15"/>
          <p:cNvSpPr/>
          <p:nvPr/>
        </p:nvSpPr>
        <p:spPr>
          <a:xfrm>
            <a:off x="5943600" y="2715768"/>
            <a:ext cx="1920240" cy="868680"/>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5B6B82"/>
                </a:solidFill>
                <a:latin typeface="Arial" pitchFamily="34" charset="0"/>
                <a:ea typeface="Arial" pitchFamily="34" charset="-122"/>
                <a:cs typeface="Arial" pitchFamily="34" charset="-120"/>
              </a:rPr>
              <a:t>AI wording is kept only when every number traces to the result.</a:t>
            </a:r>
            <a:endParaRPr lang="en-US" sz="1250" dirty="0"/>
          </a:p>
        </p:txBody>
      </p:sp>
      <p:sp>
        <p:nvSpPr>
          <p:cNvPr id="21" name="Shape 16"/>
          <p:cNvSpPr/>
          <p:nvPr/>
        </p:nvSpPr>
        <p:spPr>
          <a:xfrm>
            <a:off x="548640" y="3931920"/>
            <a:ext cx="2331720" cy="2240280"/>
          </a:xfrm>
          <a:prstGeom prst="rect">
            <a:avLst/>
          </a:prstGeom>
          <a:solidFill>
            <a:srgbClr val="FFFFFF"/>
          </a:solidFill>
          <a:ln w="8890">
            <a:solidFill>
              <a:srgbClr val="D5DDE8"/>
            </a:solidFill>
            <a:prstDash val="solid"/>
          </a:ln>
        </p:spPr>
        <p:txBody>
          <a:bodyPr/>
          <a:lstStyle/>
          <a:p>
            <a:endParaRPr lang="en-US"/>
          </a:p>
        </p:txBody>
      </p:sp>
      <p:sp>
        <p:nvSpPr>
          <p:cNvPr id="22" name="Shape 17"/>
          <p:cNvSpPr/>
          <p:nvPr/>
        </p:nvSpPr>
        <p:spPr>
          <a:xfrm>
            <a:off x="548640" y="3931920"/>
            <a:ext cx="64008" cy="2240280"/>
          </a:xfrm>
          <a:prstGeom prst="rect">
            <a:avLst/>
          </a:prstGeom>
          <a:solidFill>
            <a:srgbClr val="FF5000"/>
          </a:solidFill>
          <a:ln w="8890">
            <a:solidFill>
              <a:srgbClr val="FF5000"/>
            </a:solidFill>
            <a:prstDash val="solid"/>
          </a:ln>
        </p:spPr>
        <p:txBody>
          <a:bodyPr/>
          <a:lstStyle/>
          <a:p>
            <a:endParaRPr lang="en-US"/>
          </a:p>
        </p:txBody>
      </p:sp>
      <p:sp>
        <p:nvSpPr>
          <p:cNvPr id="23" name="Shape 18"/>
          <p:cNvSpPr/>
          <p:nvPr/>
        </p:nvSpPr>
        <p:spPr>
          <a:xfrm>
            <a:off x="822960" y="4187952"/>
            <a:ext cx="566928" cy="566928"/>
          </a:xfrm>
          <a:prstGeom prst="ellipse">
            <a:avLst/>
          </a:prstGeom>
          <a:solidFill>
            <a:srgbClr val="FF5000"/>
          </a:solidFill>
          <a:ln w="8890">
            <a:solidFill>
              <a:srgbClr val="FF5000"/>
            </a:solidFill>
            <a:prstDash val="solid"/>
          </a:ln>
        </p:spPr>
        <p:txBody>
          <a:bodyPr/>
          <a:lstStyle/>
          <a:p>
            <a:endParaRPr lang="en-US"/>
          </a:p>
        </p:txBody>
      </p:sp>
      <p:pic>
        <p:nvPicPr>
          <p:cNvPr id="24" name="Image 3" descr="/mnt/data/work/image_2_22.png"/>
          <p:cNvPicPr>
            <a:picLocks noChangeAspect="1"/>
          </p:cNvPicPr>
          <p:nvPr/>
        </p:nvPicPr>
        <p:blipFill>
          <a:blip r:embed="rId6"/>
          <a:stretch>
            <a:fillRect/>
          </a:stretch>
        </p:blipFill>
        <p:spPr>
          <a:xfrm>
            <a:off x="976031" y="4341023"/>
            <a:ext cx="260787" cy="260787"/>
          </a:xfrm>
          <a:prstGeom prst="rect">
            <a:avLst/>
          </a:prstGeom>
        </p:spPr>
      </p:pic>
      <p:sp>
        <p:nvSpPr>
          <p:cNvPr id="25" name="Text 19"/>
          <p:cNvSpPr/>
          <p:nvPr/>
        </p:nvSpPr>
        <p:spPr>
          <a:xfrm>
            <a:off x="822960" y="4846320"/>
            <a:ext cx="1920240" cy="36576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72F50"/>
                </a:solidFill>
                <a:latin typeface="Arial" pitchFamily="34" charset="0"/>
                <a:ea typeface="Arial" pitchFamily="34" charset="-122"/>
                <a:cs typeface="Arial" pitchFamily="34" charset="-120"/>
              </a:rPr>
              <a:t>Reconciled charts</a:t>
            </a:r>
            <a:endParaRPr lang="en-US" sz="1500" dirty="0"/>
          </a:p>
        </p:txBody>
      </p:sp>
      <p:sp>
        <p:nvSpPr>
          <p:cNvPr id="26" name="Text 20"/>
          <p:cNvSpPr/>
          <p:nvPr/>
        </p:nvSpPr>
        <p:spPr>
          <a:xfrm>
            <a:off x="822960" y="5230368"/>
            <a:ext cx="1920240" cy="868680"/>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5B6B82"/>
                </a:solidFill>
                <a:latin typeface="Arial" pitchFamily="34" charset="0"/>
                <a:ea typeface="Arial" pitchFamily="34" charset="-122"/>
                <a:cs typeface="Arial" pitchFamily="34" charset="-120"/>
              </a:rPr>
              <a:t>Chart type follows the data; plotted values are checked against the table.</a:t>
            </a:r>
            <a:endParaRPr lang="en-US" sz="1250" dirty="0"/>
          </a:p>
        </p:txBody>
      </p:sp>
      <p:sp>
        <p:nvSpPr>
          <p:cNvPr id="27" name="Shape 21"/>
          <p:cNvSpPr/>
          <p:nvPr/>
        </p:nvSpPr>
        <p:spPr>
          <a:xfrm>
            <a:off x="3108960" y="3931920"/>
            <a:ext cx="2331720" cy="2240280"/>
          </a:xfrm>
          <a:prstGeom prst="rect">
            <a:avLst/>
          </a:prstGeom>
          <a:solidFill>
            <a:srgbClr val="FFFFFF"/>
          </a:solidFill>
          <a:ln w="8890">
            <a:solidFill>
              <a:srgbClr val="D5DDE8"/>
            </a:solidFill>
            <a:prstDash val="solid"/>
          </a:ln>
        </p:spPr>
        <p:txBody>
          <a:bodyPr/>
          <a:lstStyle/>
          <a:p>
            <a:endParaRPr lang="en-US"/>
          </a:p>
        </p:txBody>
      </p:sp>
      <p:sp>
        <p:nvSpPr>
          <p:cNvPr id="28" name="Shape 22"/>
          <p:cNvSpPr/>
          <p:nvPr/>
        </p:nvSpPr>
        <p:spPr>
          <a:xfrm>
            <a:off x="3108960" y="3931920"/>
            <a:ext cx="64008" cy="2240280"/>
          </a:xfrm>
          <a:prstGeom prst="rect">
            <a:avLst/>
          </a:prstGeom>
          <a:solidFill>
            <a:srgbClr val="FF5000"/>
          </a:solidFill>
          <a:ln w="8890">
            <a:solidFill>
              <a:srgbClr val="FF5000"/>
            </a:solidFill>
            <a:prstDash val="solid"/>
          </a:ln>
        </p:spPr>
        <p:txBody>
          <a:bodyPr/>
          <a:lstStyle/>
          <a:p>
            <a:endParaRPr lang="en-US"/>
          </a:p>
        </p:txBody>
      </p:sp>
      <p:sp>
        <p:nvSpPr>
          <p:cNvPr id="29" name="Shape 23"/>
          <p:cNvSpPr/>
          <p:nvPr/>
        </p:nvSpPr>
        <p:spPr>
          <a:xfrm>
            <a:off x="3383280" y="4187952"/>
            <a:ext cx="566928" cy="566928"/>
          </a:xfrm>
          <a:prstGeom prst="ellipse">
            <a:avLst/>
          </a:prstGeom>
          <a:solidFill>
            <a:srgbClr val="FF5000"/>
          </a:solidFill>
          <a:ln w="8890">
            <a:solidFill>
              <a:srgbClr val="FF5000"/>
            </a:solidFill>
            <a:prstDash val="solid"/>
          </a:ln>
        </p:spPr>
        <p:txBody>
          <a:bodyPr/>
          <a:lstStyle/>
          <a:p>
            <a:endParaRPr lang="en-US"/>
          </a:p>
        </p:txBody>
      </p:sp>
      <p:pic>
        <p:nvPicPr>
          <p:cNvPr id="30" name="Image 4" descr="/mnt/data/work/image_2_28.png"/>
          <p:cNvPicPr>
            <a:picLocks noChangeAspect="1"/>
          </p:cNvPicPr>
          <p:nvPr/>
        </p:nvPicPr>
        <p:blipFill>
          <a:blip r:embed="rId7"/>
          <a:stretch>
            <a:fillRect/>
          </a:stretch>
        </p:blipFill>
        <p:spPr>
          <a:xfrm>
            <a:off x="3536351" y="4341023"/>
            <a:ext cx="260787" cy="260787"/>
          </a:xfrm>
          <a:prstGeom prst="rect">
            <a:avLst/>
          </a:prstGeom>
        </p:spPr>
      </p:pic>
      <p:sp>
        <p:nvSpPr>
          <p:cNvPr id="31" name="Text 24"/>
          <p:cNvSpPr/>
          <p:nvPr/>
        </p:nvSpPr>
        <p:spPr>
          <a:xfrm>
            <a:off x="3383280" y="4846320"/>
            <a:ext cx="1920240" cy="365760"/>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1500" b="1" dirty="0">
                <a:solidFill>
                  <a:srgbClr val="172F50"/>
                </a:solidFill>
                <a:latin typeface="Arial" pitchFamily="34" charset="0"/>
                <a:ea typeface="Arial" pitchFamily="34" charset="-122"/>
                <a:cs typeface="Arial" pitchFamily="34" charset="-120"/>
              </a:rPr>
              <a:t>Actions + Outlook drafts</a:t>
            </a:r>
            <a:endParaRPr lang="en-US" sz="1500" dirty="0"/>
          </a:p>
        </p:txBody>
      </p:sp>
      <p:sp>
        <p:nvSpPr>
          <p:cNvPr id="32" name="Text 25"/>
          <p:cNvSpPr/>
          <p:nvPr/>
        </p:nvSpPr>
        <p:spPr>
          <a:xfrm>
            <a:off x="3383280" y="5230368"/>
            <a:ext cx="1920240" cy="868680"/>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5B6B82"/>
                </a:solidFill>
                <a:latin typeface="Arial" pitchFamily="34" charset="0"/>
                <a:ea typeface="Arial" pitchFamily="34" charset="-122"/>
                <a:cs typeface="Arial" pitchFamily="34" charset="-120"/>
              </a:rPr>
              <a:t>Owner, timeframe and success measure. Drafts are never sent automatically.</a:t>
            </a:r>
            <a:endParaRPr lang="en-US" sz="1250" dirty="0"/>
          </a:p>
        </p:txBody>
      </p:sp>
      <p:sp>
        <p:nvSpPr>
          <p:cNvPr id="33" name="Shape 26"/>
          <p:cNvSpPr/>
          <p:nvPr/>
        </p:nvSpPr>
        <p:spPr>
          <a:xfrm>
            <a:off x="5669280" y="3931920"/>
            <a:ext cx="2331720" cy="2240280"/>
          </a:xfrm>
          <a:prstGeom prst="rect">
            <a:avLst/>
          </a:prstGeom>
          <a:solidFill>
            <a:srgbClr val="FFFFFF"/>
          </a:solidFill>
          <a:ln w="8890">
            <a:solidFill>
              <a:srgbClr val="D5DDE8"/>
            </a:solidFill>
            <a:prstDash val="solid"/>
          </a:ln>
        </p:spPr>
        <p:txBody>
          <a:bodyPr/>
          <a:lstStyle/>
          <a:p>
            <a:endParaRPr lang="en-US"/>
          </a:p>
        </p:txBody>
      </p:sp>
      <p:sp>
        <p:nvSpPr>
          <p:cNvPr id="34" name="Shape 27"/>
          <p:cNvSpPr/>
          <p:nvPr/>
        </p:nvSpPr>
        <p:spPr>
          <a:xfrm>
            <a:off x="5669280" y="3931920"/>
            <a:ext cx="64008" cy="2240280"/>
          </a:xfrm>
          <a:prstGeom prst="rect">
            <a:avLst/>
          </a:prstGeom>
          <a:solidFill>
            <a:srgbClr val="0891B2"/>
          </a:solidFill>
          <a:ln w="8890">
            <a:solidFill>
              <a:srgbClr val="0891B2"/>
            </a:solidFill>
            <a:prstDash val="solid"/>
          </a:ln>
        </p:spPr>
        <p:txBody>
          <a:bodyPr/>
          <a:lstStyle/>
          <a:p>
            <a:endParaRPr lang="en-US"/>
          </a:p>
        </p:txBody>
      </p:sp>
      <p:sp>
        <p:nvSpPr>
          <p:cNvPr id="35" name="Shape 28"/>
          <p:cNvSpPr/>
          <p:nvPr/>
        </p:nvSpPr>
        <p:spPr>
          <a:xfrm>
            <a:off x="5943600" y="4187952"/>
            <a:ext cx="566928" cy="566928"/>
          </a:xfrm>
          <a:prstGeom prst="ellipse">
            <a:avLst/>
          </a:prstGeom>
          <a:solidFill>
            <a:srgbClr val="0891B2"/>
          </a:solidFill>
          <a:ln w="8890">
            <a:solidFill>
              <a:srgbClr val="0891B2"/>
            </a:solidFill>
            <a:prstDash val="solid"/>
          </a:ln>
        </p:spPr>
        <p:txBody>
          <a:bodyPr/>
          <a:lstStyle/>
          <a:p>
            <a:endParaRPr lang="en-US"/>
          </a:p>
        </p:txBody>
      </p:sp>
      <p:pic>
        <p:nvPicPr>
          <p:cNvPr id="36" name="Image 5" descr="/mnt/data/work/image_2_34.png"/>
          <p:cNvPicPr>
            <a:picLocks noChangeAspect="1"/>
          </p:cNvPicPr>
          <p:nvPr/>
        </p:nvPicPr>
        <p:blipFill>
          <a:blip r:embed="rId8"/>
          <a:stretch>
            <a:fillRect/>
          </a:stretch>
        </p:blipFill>
        <p:spPr>
          <a:xfrm>
            <a:off x="6096671" y="4341023"/>
            <a:ext cx="260787" cy="260787"/>
          </a:xfrm>
          <a:prstGeom prst="rect">
            <a:avLst/>
          </a:prstGeom>
        </p:spPr>
      </p:pic>
      <p:sp>
        <p:nvSpPr>
          <p:cNvPr id="37" name="Text 29"/>
          <p:cNvSpPr/>
          <p:nvPr/>
        </p:nvSpPr>
        <p:spPr>
          <a:xfrm>
            <a:off x="5943600" y="4846320"/>
            <a:ext cx="1920240" cy="365760"/>
          </a:xfrm>
          <a:prstGeom prst="rect">
            <a:avLst/>
          </a:prstGeom>
          <a:noFill/>
          <a:ln/>
        </p:spPr>
        <p:txBody>
          <a:bodyPr wrap="square" lIns="0" tIns="0" rIns="0" bIns="0" rtlCol="0" anchor="t">
            <a:normAutofit/>
          </a:bodyPr>
          <a:lstStyle/>
          <a:p>
            <a:pPr marL="0" indent="0" algn="l">
              <a:lnSpc>
                <a:spcPct val="100000"/>
              </a:lnSpc>
              <a:buNone/>
            </a:pPr>
            <a:r>
              <a:rPr lang="en-US" sz="1500" b="1" dirty="0">
                <a:solidFill>
                  <a:srgbClr val="172F50"/>
                </a:solidFill>
                <a:latin typeface="Arial" pitchFamily="34" charset="0"/>
                <a:ea typeface="Arial" pitchFamily="34" charset="-122"/>
                <a:cs typeface="Arial" pitchFamily="34" charset="-120"/>
              </a:rPr>
              <a:t>Dashboards</a:t>
            </a:r>
            <a:endParaRPr lang="en-US" sz="1500" dirty="0"/>
          </a:p>
        </p:txBody>
      </p:sp>
      <p:sp>
        <p:nvSpPr>
          <p:cNvPr id="38" name="Text 30"/>
          <p:cNvSpPr/>
          <p:nvPr/>
        </p:nvSpPr>
        <p:spPr>
          <a:xfrm>
            <a:off x="5943600" y="5230368"/>
            <a:ext cx="1920240" cy="868680"/>
          </a:xfrm>
          <a:prstGeom prst="rect">
            <a:avLst/>
          </a:prstGeom>
          <a:noFill/>
          <a:ln/>
        </p:spPr>
        <p:txBody>
          <a:bodyPr wrap="square" lIns="0" tIns="0" rIns="0" bIns="0" rtlCol="0" anchor="t">
            <a:normAutofit lnSpcReduction="10000"/>
          </a:bodyPr>
          <a:lstStyle/>
          <a:p>
            <a:pPr marL="0" indent="0" algn="l">
              <a:lnSpc>
                <a:spcPct val="100000"/>
              </a:lnSpc>
              <a:buNone/>
            </a:pPr>
            <a:r>
              <a:rPr lang="en-US" sz="1250" dirty="0">
                <a:solidFill>
                  <a:srgbClr val="5B6B82"/>
                </a:solidFill>
                <a:latin typeface="Arial" pitchFamily="34" charset="0"/>
                <a:ea typeface="Arial" pitchFamily="34" charset="-122"/>
                <a:cs typeface="Arial" pitchFamily="34" charset="-120"/>
              </a:rPr>
              <a:t>Deep Dive, Intelligence, Risk &amp; Findings, Data Explorer, plus no-AI quick actions such as forecast and anomaly scan.</a:t>
            </a:r>
            <a:endParaRPr lang="en-US" sz="1250" dirty="0"/>
          </a:p>
        </p:txBody>
      </p:sp>
      <p:sp>
        <p:nvSpPr>
          <p:cNvPr id="39" name="Shape 31"/>
          <p:cNvSpPr/>
          <p:nvPr/>
        </p:nvSpPr>
        <p:spPr>
          <a:xfrm>
            <a:off x="8321040" y="1417320"/>
            <a:ext cx="3337560" cy="4754880"/>
          </a:xfrm>
          <a:prstGeom prst="rect">
            <a:avLst/>
          </a:prstGeom>
          <a:solidFill>
            <a:srgbClr val="0B1F3A"/>
          </a:solidFill>
          <a:ln w="8890">
            <a:solidFill>
              <a:srgbClr val="0B1F3A"/>
            </a:solidFill>
            <a:prstDash val="solid"/>
          </a:ln>
        </p:spPr>
        <p:txBody>
          <a:bodyPr/>
          <a:lstStyle/>
          <a:p>
            <a:endParaRPr lang="en-US"/>
          </a:p>
        </p:txBody>
      </p:sp>
      <p:sp>
        <p:nvSpPr>
          <p:cNvPr id="40" name="Text 32"/>
          <p:cNvSpPr/>
          <p:nvPr/>
        </p:nvSpPr>
        <p:spPr>
          <a:xfrm>
            <a:off x="8595360" y="1618488"/>
            <a:ext cx="2880360" cy="365760"/>
          </a:xfrm>
          <a:prstGeom prst="rect">
            <a:avLst/>
          </a:prstGeom>
          <a:noFill/>
          <a:ln/>
        </p:spPr>
        <p:txBody>
          <a:bodyPr wrap="square" lIns="0" tIns="0" rIns="0" bIns="0" rtlCol="0" anchor="ctr">
            <a:normAutofit/>
          </a:bodyPr>
          <a:lstStyle/>
          <a:p>
            <a:pPr marL="0" indent="0" algn="l">
              <a:lnSpc>
                <a:spcPct val="100000"/>
              </a:lnSpc>
              <a:buNone/>
            </a:pPr>
            <a:r>
              <a:rPr lang="en-US" sz="1800" b="1" dirty="0">
                <a:solidFill>
                  <a:srgbClr val="FFFFFF"/>
                </a:solidFill>
                <a:latin typeface="Arial" pitchFamily="34" charset="0"/>
                <a:ea typeface="Arial" pitchFamily="34" charset="-122"/>
                <a:cs typeface="Arial" pitchFamily="34" charset="-120"/>
              </a:rPr>
              <a:t>Try asking</a:t>
            </a:r>
            <a:endParaRPr lang="en-US" sz="1800" dirty="0"/>
          </a:p>
        </p:txBody>
      </p:sp>
      <p:sp>
        <p:nvSpPr>
          <p:cNvPr id="41" name="Text 33"/>
          <p:cNvSpPr/>
          <p:nvPr/>
        </p:nvSpPr>
        <p:spPr>
          <a:xfrm>
            <a:off x="8595360" y="1984248"/>
            <a:ext cx="2880360" cy="256032"/>
          </a:xfrm>
          <a:prstGeom prst="rect">
            <a:avLst/>
          </a:prstGeom>
          <a:noFill/>
          <a:ln/>
        </p:spPr>
        <p:txBody>
          <a:bodyPr wrap="square" lIns="0" tIns="0" rIns="0" bIns="0" rtlCol="0" anchor="ctr">
            <a:normAutofit/>
          </a:bodyPr>
          <a:lstStyle/>
          <a:p>
            <a:pPr marL="0" indent="0" algn="l">
              <a:lnSpc>
                <a:spcPct val="100000"/>
              </a:lnSpc>
              <a:buNone/>
            </a:pPr>
            <a:r>
              <a:rPr lang="en-US" sz="1100" i="1" dirty="0">
                <a:solidFill>
                  <a:srgbClr val="BFD3F2"/>
                </a:solidFill>
                <a:latin typeface="Arial" pitchFamily="34" charset="0"/>
                <a:ea typeface="Arial" pitchFamily="34" charset="-122"/>
                <a:cs typeface="Arial" pitchFamily="34" charset="-120"/>
              </a:rPr>
              <a:t>Built-in example questions</a:t>
            </a:r>
            <a:endParaRPr lang="en-US" sz="1100" dirty="0"/>
          </a:p>
        </p:txBody>
      </p:sp>
      <p:sp>
        <p:nvSpPr>
          <p:cNvPr id="42" name="Text 34"/>
          <p:cNvSpPr/>
          <p:nvPr/>
        </p:nvSpPr>
        <p:spPr>
          <a:xfrm>
            <a:off x="8595360" y="2377440"/>
            <a:ext cx="2834640" cy="2468880"/>
          </a:xfrm>
          <a:prstGeom prst="rect">
            <a:avLst/>
          </a:prstGeom>
          <a:noFill/>
          <a:ln/>
        </p:spPr>
        <p:txBody>
          <a:bodyPr wrap="square" lIns="0" tIns="0" rIns="0" bIns="0" rtlCol="0" anchor="t">
            <a:normAutofit/>
          </a:bodyPr>
          <a:lstStyle/>
          <a:p>
            <a:r>
              <a:rPr lang="en-US" sz="1300" dirty="0">
                <a:solidFill>
                  <a:srgbClr val="FFFFFF"/>
                </a:solidFill>
                <a:latin typeface="Arial"/>
                <a:ea typeface="Arial" pitchFamily="34" charset="-122"/>
                <a:cs typeface="Arial"/>
              </a:rPr>
              <a:t>Which operational unit has the best </a:t>
            </a:r>
            <a:r>
              <a:rPr lang="en-US" sz="1300">
                <a:solidFill>
                  <a:srgbClr val="FFFFFF"/>
                </a:solidFill>
                <a:latin typeface="Arial"/>
                <a:ea typeface="Arial" pitchFamily="34" charset="-122"/>
                <a:cs typeface="Arial"/>
              </a:rPr>
              <a:t>TAT performance?</a:t>
            </a:r>
            <a:endParaRPr lang="en-US" sz="1300">
              <a:solidFill>
                <a:srgbClr val="000000"/>
              </a:solidFill>
              <a:latin typeface="Arial"/>
              <a:ea typeface="Arial" pitchFamily="34" charset="-122"/>
              <a:cs typeface="Arial"/>
            </a:endParaRPr>
          </a:p>
          <a:p>
            <a:r>
              <a:rPr lang="en-US" sz="1300" dirty="0">
                <a:solidFill>
                  <a:srgbClr val="000000"/>
                </a:solidFill>
                <a:latin typeface="Arial"/>
                <a:ea typeface="Arial" pitchFamily="34" charset="-122"/>
                <a:cs typeface="Arial"/>
              </a:rPr>
              <a:t>
</a:t>
            </a:r>
            <a:r>
              <a:rPr lang="en-US" sz="1300">
                <a:solidFill>
                  <a:srgbClr val="FFFFFF"/>
                </a:solidFill>
                <a:latin typeface="Arial"/>
                <a:ea typeface="Arial" pitchFamily="34" charset="-122"/>
                <a:cs typeface="Arial"/>
              </a:rPr>
              <a:t>Which plan sponsor has high appeal volume but also a high overturn rate?</a:t>
            </a:r>
            <a:endParaRPr lang="en-US" sz="1300">
              <a:solidFill>
                <a:srgbClr val="000000"/>
              </a:solidFill>
              <a:latin typeface="Arial"/>
              <a:ea typeface="Arial" pitchFamily="34" charset="-122"/>
              <a:cs typeface="Arial"/>
            </a:endParaRPr>
          </a:p>
          <a:p>
            <a:r>
              <a:rPr lang="en-US" sz="1300" dirty="0">
                <a:solidFill>
                  <a:srgbClr val="000000"/>
                </a:solidFill>
                <a:latin typeface="Arial"/>
                <a:ea typeface="Arial" pitchFamily="34" charset="-122"/>
                <a:cs typeface="Arial"/>
              </a:rPr>
              <a:t>
</a:t>
            </a:r>
            <a:r>
              <a:rPr lang="en-US" sz="1300">
                <a:solidFill>
                  <a:srgbClr val="FFFFFF"/>
                </a:solidFill>
                <a:latin typeface="Arial"/>
                <a:ea typeface="Arial" pitchFamily="34" charset="-122"/>
                <a:cs typeface="Arial"/>
              </a:rPr>
              <a:t>Which provider has the highest appeal volume and what is its overturn rate?</a:t>
            </a:r>
            <a:endParaRPr lang="en-US" sz="1300">
              <a:solidFill>
                <a:srgbClr val="000000"/>
              </a:solidFill>
              <a:latin typeface="Arial"/>
              <a:ea typeface="Arial" pitchFamily="34" charset="-122"/>
              <a:cs typeface="Arial"/>
            </a:endParaRPr>
          </a:p>
          <a:p>
            <a:pPr marL="0" indent="0" algn="l">
              <a:lnSpc>
                <a:spcPct val="100000"/>
              </a:lnSpc>
              <a:buNone/>
            </a:pPr>
            <a:r>
              <a:rPr lang="en-US" sz="1300" dirty="0">
                <a:solidFill>
                  <a:srgbClr val="000000"/>
                </a:solidFill>
                <a:latin typeface="Arial"/>
                <a:ea typeface="Arial" pitchFamily="34" charset="-122"/>
                <a:cs typeface="Arial"/>
              </a:rPr>
              <a:t>
</a:t>
            </a:r>
            <a:r>
              <a:rPr lang="en-US" sz="1300">
                <a:solidFill>
                  <a:srgbClr val="FFFFFF"/>
                </a:solidFill>
                <a:latin typeface="Arial"/>
                <a:ea typeface="Arial" pitchFamily="34" charset="-122"/>
                <a:cs typeface="Arial"/>
              </a:rPr>
              <a:t>How many appeals were received </a:t>
            </a:r>
            <a:r>
              <a:rPr lang="en-US" sz="1300" dirty="0">
                <a:solidFill>
                  <a:srgbClr val="FFFFFF"/>
                </a:solidFill>
                <a:latin typeface="Arial"/>
                <a:ea typeface="Arial" pitchFamily="34" charset="-122"/>
                <a:cs typeface="Arial"/>
              </a:rPr>
              <a:t>each month?</a:t>
            </a:r>
            <a:endParaRPr lang="en-US" sz="1300">
              <a:latin typeface="Arial"/>
              <a:cs typeface="Arial"/>
            </a:endParaRPr>
          </a:p>
        </p:txBody>
      </p:sp>
      <p:sp>
        <p:nvSpPr>
          <p:cNvPr id="43" name="Shape 35"/>
          <p:cNvSpPr/>
          <p:nvPr/>
        </p:nvSpPr>
        <p:spPr>
          <a:xfrm>
            <a:off x="8595360" y="4937760"/>
            <a:ext cx="2788920" cy="9144"/>
          </a:xfrm>
          <a:prstGeom prst="rect">
            <a:avLst/>
          </a:prstGeom>
          <a:solidFill>
            <a:srgbClr val="BFD3F2"/>
          </a:solidFill>
          <a:ln w="8890">
            <a:solidFill>
              <a:srgbClr val="BFD3F2"/>
            </a:solidFill>
            <a:prstDash val="solid"/>
          </a:ln>
        </p:spPr>
        <p:txBody>
          <a:bodyPr/>
          <a:lstStyle/>
          <a:p>
            <a:endParaRPr lang="en-US"/>
          </a:p>
        </p:txBody>
      </p:sp>
      <p:sp>
        <p:nvSpPr>
          <p:cNvPr id="44" name="Text 36"/>
          <p:cNvSpPr/>
          <p:nvPr/>
        </p:nvSpPr>
        <p:spPr>
          <a:xfrm>
            <a:off x="8595360" y="5074920"/>
            <a:ext cx="2880360" cy="274320"/>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FF5000"/>
                </a:solidFill>
                <a:latin typeface="Arial" pitchFamily="34" charset="0"/>
                <a:ea typeface="Arial" pitchFamily="34" charset="-122"/>
                <a:cs typeface="Arial" pitchFamily="34" charset="-120"/>
              </a:rPr>
              <a:t>One-click quick actions</a:t>
            </a:r>
            <a:endParaRPr lang="en-US" sz="1200" dirty="0"/>
          </a:p>
        </p:txBody>
      </p:sp>
      <p:sp>
        <p:nvSpPr>
          <p:cNvPr id="45" name="Text 37"/>
          <p:cNvSpPr/>
          <p:nvPr/>
        </p:nvSpPr>
        <p:spPr>
          <a:xfrm>
            <a:off x="8595360" y="5367528"/>
            <a:ext cx="2880360" cy="54864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BFD3F2"/>
                </a:solidFill>
                <a:latin typeface="Arial" pitchFamily="34" charset="0"/>
                <a:ea typeface="Arial" pitchFamily="34" charset="-122"/>
                <a:cs typeface="Arial" pitchFamily="34" charset="-120"/>
              </a:rPr>
              <a:t>Forecast · Anomalies · Overdue · Sponsors · Compare two sites</a:t>
            </a:r>
            <a:endParaRPr lang="en-US" sz="1200" dirty="0"/>
          </a:p>
        </p:txBody>
      </p:sp>
      <p:sp>
        <p:nvSpPr>
          <p:cNvPr id="46" name="Text 38"/>
          <p:cNvSpPr/>
          <p:nvPr/>
        </p:nvSpPr>
        <p:spPr>
          <a:xfrm>
            <a:off x="548640" y="6473952"/>
            <a:ext cx="4572000" cy="228600"/>
          </a:xfrm>
          <a:prstGeom prst="rect">
            <a:avLst/>
          </a:prstGeom>
          <a:noFill/>
          <a:ln/>
        </p:spPr>
        <p:txBody>
          <a:bodyPr wrap="square" lIns="0" tIns="0" rIns="0" bIns="0" rtlCol="0" anchor="ctr">
            <a:normAutofit/>
          </a:bodyPr>
          <a:lstStyle/>
          <a:p>
            <a:pPr marL="0" indent="0" algn="l">
              <a:lnSpc>
                <a:spcPct val="100000"/>
              </a:lnSpc>
              <a:buNone/>
            </a:pPr>
            <a:r>
              <a:rPr lang="en-US" sz="1000" dirty="0">
                <a:solidFill>
                  <a:srgbClr val="5B6B82"/>
                </a:solidFill>
                <a:latin typeface="Arial" pitchFamily="34" charset="0"/>
                <a:ea typeface="Arial" pitchFamily="34" charset="-122"/>
                <a:cs typeface="Arial" pitchFamily="34" charset="-120"/>
              </a:rPr>
              <a:t>DataTalk.AI</a:t>
            </a:r>
            <a:endParaRPr lang="en-US" sz="1000" dirty="0"/>
          </a:p>
        </p:txBody>
      </p:sp>
      <p:sp>
        <p:nvSpPr>
          <p:cNvPr id="47" name="Text 39"/>
          <p:cNvSpPr/>
          <p:nvPr/>
        </p:nvSpPr>
        <p:spPr>
          <a:xfrm>
            <a:off x="11091672" y="6473952"/>
            <a:ext cx="548640" cy="228600"/>
          </a:xfrm>
          <a:prstGeom prst="rect">
            <a:avLst/>
          </a:prstGeom>
          <a:noFill/>
          <a:ln/>
        </p:spPr>
        <p:txBody>
          <a:bodyPr wrap="square" lIns="0" tIns="0" rIns="0" bIns="0" rtlCol="0" anchor="ctr">
            <a:normAutofit/>
          </a:bodyPr>
          <a:lstStyle/>
          <a:p>
            <a:pPr marL="0" indent="0" algn="r">
              <a:lnSpc>
                <a:spcPct val="100000"/>
              </a:lnSpc>
              <a:buNone/>
            </a:pPr>
            <a:r>
              <a:rPr lang="en-US" sz="1000" dirty="0">
                <a:solidFill>
                  <a:srgbClr val="5B6B82"/>
                </a:solidFill>
                <a:latin typeface="Arial" pitchFamily="34" charset="0"/>
                <a:ea typeface="Arial" pitchFamily="34" charset="-122"/>
                <a:cs typeface="Arial" pitchFamily="34" charset="-120"/>
              </a:rPr>
              <a:t>2</a:t>
            </a:r>
            <a:endParaRPr lang="en-US" sz="1000" dirty="0"/>
          </a:p>
        </p:txBody>
      </p:sp>
      <p:sp>
        <p:nvSpPr>
          <p:cNvPr id="49" name="Text 41"/>
          <p:cNvSpPr/>
          <p:nvPr/>
        </p:nvSpPr>
        <p:spPr>
          <a:xfrm>
            <a:off x="10314432" y="6419088"/>
            <a:ext cx="566928" cy="228600"/>
          </a:xfrm>
          <a:prstGeom prst="rect">
            <a:avLst/>
          </a:prstGeom>
          <a:noFill/>
          <a:ln/>
        </p:spPr>
        <p:txBody>
          <a:bodyPr wrap="square" lIns="0" tIns="0" rIns="0" bIns="0" rtlCol="0" anchor="ctr"/>
          <a:lstStyle/>
          <a:p>
            <a:pPr marL="0" indent="0">
              <a:buNone/>
            </a:pPr>
            <a:r>
              <a:rPr lang="en-US" sz="1600" b="1" dirty="0">
                <a:solidFill>
                  <a:srgbClr val="FF5000"/>
                </a:solidFill>
                <a:latin typeface="Arial" pitchFamily="34" charset="0"/>
                <a:ea typeface="Arial" pitchFamily="34" charset="-122"/>
                <a:cs typeface="Arial" pitchFamily="34" charset="-120"/>
              </a:rPr>
              <a:t>EXL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1" cy="1"/>
          <a:chOff x="0" y="0"/>
          <a:chExt cx="1" cy="1"/>
        </a:xfrm>
      </p:grpSpPr>
      <p:sp>
        <p:nvSpPr>
          <p:cNvPr id="2" name="Text 0"/>
          <p:cNvSpPr/>
          <p:nvPr/>
        </p:nvSpPr>
        <p:spPr>
          <a:xfrm>
            <a:off x="609600" y="390144"/>
            <a:ext cx="10972800" cy="304800"/>
          </a:xfrm>
          <a:prstGeom prst="rect">
            <a:avLst/>
          </a:prstGeom>
          <a:noFill/>
          <a:ln/>
        </p:spPr>
        <p:txBody>
          <a:bodyPr wrap="square" lIns="0" tIns="0" rIns="0" bIns="0" rtlCol="0" anchor="ctr">
            <a:normAutofit/>
          </a:bodyPr>
          <a:lstStyle/>
          <a:p>
            <a:pPr marL="0" indent="0" algn="l">
              <a:lnSpc>
                <a:spcPct val="100000"/>
              </a:lnSpc>
              <a:buNone/>
            </a:pPr>
            <a:r>
              <a:rPr lang="en-US" sz="1467" b="1" dirty="0">
                <a:solidFill>
                  <a:srgbClr val="172F50"/>
                </a:solidFill>
                <a:latin typeface="Arial" pitchFamily="34" charset="0"/>
                <a:ea typeface="Arial" pitchFamily="34" charset="-122"/>
                <a:cs typeface="Arial" pitchFamily="34" charset="-120"/>
              </a:rPr>
              <a:t>END-TO-END WORKFLOW</a:t>
            </a:r>
            <a:endParaRPr lang="en-US" sz="1467" dirty="0"/>
          </a:p>
        </p:txBody>
      </p:sp>
      <p:sp>
        <p:nvSpPr>
          <p:cNvPr id="3" name="Text 1"/>
          <p:cNvSpPr/>
          <p:nvPr/>
        </p:nvSpPr>
        <p:spPr>
          <a:xfrm>
            <a:off x="609600" y="707136"/>
            <a:ext cx="10972800" cy="731520"/>
          </a:xfrm>
          <a:prstGeom prst="rect">
            <a:avLst/>
          </a:prstGeom>
          <a:noFill/>
          <a:ln/>
        </p:spPr>
        <p:txBody>
          <a:bodyPr wrap="square" lIns="0" tIns="0" rIns="0" bIns="0" rtlCol="0" anchor="ctr">
            <a:normAutofit/>
          </a:bodyPr>
          <a:lstStyle/>
          <a:p>
            <a:pPr marL="0" indent="0" algn="l">
              <a:lnSpc>
                <a:spcPct val="100000"/>
              </a:lnSpc>
              <a:buNone/>
            </a:pPr>
            <a:r>
              <a:rPr lang="en-US" sz="2800" b="1" dirty="0">
                <a:solidFill>
                  <a:srgbClr val="172F50"/>
                </a:solidFill>
                <a:latin typeface="Arial" pitchFamily="34" charset="0"/>
                <a:ea typeface="Arial" pitchFamily="34" charset="-122"/>
                <a:cs typeface="Arial" pitchFamily="34" charset="-120"/>
              </a:rPr>
              <a:t>From User Question to Verified Answer, Charts &amp; Insights</a:t>
            </a:r>
            <a:endParaRPr lang="en-US" sz="2800" dirty="0"/>
          </a:p>
        </p:txBody>
      </p:sp>
      <p:sp>
        <p:nvSpPr>
          <p:cNvPr id="45" name="Text 43"/>
          <p:cNvSpPr/>
          <p:nvPr/>
        </p:nvSpPr>
        <p:spPr>
          <a:xfrm>
            <a:off x="609600" y="6461760"/>
            <a:ext cx="2438400" cy="304800"/>
          </a:xfrm>
          <a:prstGeom prst="rect">
            <a:avLst/>
          </a:prstGeom>
          <a:noFill/>
          <a:ln/>
        </p:spPr>
        <p:txBody>
          <a:bodyPr wrap="square" lIns="0" tIns="0" rIns="0" bIns="0" rtlCol="0" anchor="ctr">
            <a:normAutofit/>
          </a:bodyPr>
          <a:lstStyle/>
          <a:p>
            <a:pPr marL="0" indent="0" algn="l">
              <a:lnSpc>
                <a:spcPct val="100000"/>
              </a:lnSpc>
              <a:buNone/>
            </a:pPr>
            <a:r>
              <a:rPr lang="en-US" sz="1200" dirty="0">
                <a:solidFill>
                  <a:srgbClr val="475569"/>
                </a:solidFill>
                <a:latin typeface="Arial" pitchFamily="34" charset="0"/>
                <a:ea typeface="Arial" pitchFamily="34" charset="-122"/>
                <a:cs typeface="Arial" pitchFamily="34" charset="-120"/>
              </a:rPr>
              <a:t>DataTalk.AI</a:t>
            </a:r>
            <a:endParaRPr lang="en-US" sz="1200" dirty="0"/>
          </a:p>
        </p:txBody>
      </p:sp>
      <p:sp>
        <p:nvSpPr>
          <p:cNvPr id="47" name="Text 45"/>
          <p:cNvSpPr/>
          <p:nvPr/>
        </p:nvSpPr>
        <p:spPr>
          <a:xfrm>
            <a:off x="10314432" y="6419088"/>
            <a:ext cx="566928" cy="228600"/>
          </a:xfrm>
          <a:prstGeom prst="rect">
            <a:avLst/>
          </a:prstGeom>
          <a:noFill/>
          <a:ln/>
        </p:spPr>
        <p:txBody>
          <a:bodyPr wrap="square" lIns="0" tIns="0" rIns="0" bIns="0" rtlCol="0" anchor="ctr"/>
          <a:lstStyle/>
          <a:p>
            <a:pPr marL="0" indent="0">
              <a:buNone/>
            </a:pPr>
            <a:r>
              <a:rPr lang="en-US" sz="1600" b="1" dirty="0">
                <a:solidFill>
                  <a:srgbClr val="FF5000"/>
                </a:solidFill>
                <a:latin typeface="Arial" pitchFamily="34" charset="0"/>
                <a:ea typeface="Arial" pitchFamily="34" charset="-122"/>
                <a:cs typeface="Arial" pitchFamily="34" charset="-120"/>
              </a:rPr>
              <a:t>EXL</a:t>
            </a:r>
            <a:endParaRPr lang="en-US" sz="1600" dirty="0"/>
          </a:p>
        </p:txBody>
      </p:sp>
      <p:pic>
        <p:nvPicPr>
          <p:cNvPr id="48" name="Picture 47">
            <a:extLst>
              <a:ext uri="{FF2B5EF4-FFF2-40B4-BE49-F238E27FC236}">
                <a16:creationId xmlns:a16="http://schemas.microsoft.com/office/drawing/2014/main" id="{92099580-08EF-71C5-3523-6DF2CA672C0E}"/>
              </a:ext>
            </a:extLst>
          </p:cNvPr>
          <p:cNvPicPr>
            <a:picLocks noChangeAspect="1"/>
          </p:cNvPicPr>
          <p:nvPr/>
        </p:nvPicPr>
        <p:blipFill>
          <a:blip r:embed="rId3"/>
          <a:srcRect t="15610"/>
          <a:stretch>
            <a:fillRect/>
          </a:stretch>
        </p:blipFill>
        <p:spPr>
          <a:xfrm>
            <a:off x="182880" y="1534160"/>
            <a:ext cx="11755120" cy="46167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1" cy="1"/>
          <a:chOff x="0" y="0"/>
          <a:chExt cx="1" cy="1"/>
        </a:xfrm>
      </p:grpSpPr>
      <p:sp>
        <p:nvSpPr>
          <p:cNvPr id="2" name="Text 0"/>
          <p:cNvSpPr/>
          <p:nvPr/>
        </p:nvSpPr>
        <p:spPr>
          <a:xfrm>
            <a:off x="548640" y="365760"/>
            <a:ext cx="11064240" cy="822960"/>
          </a:xfrm>
          <a:prstGeom prst="rect">
            <a:avLst/>
          </a:prstGeom>
          <a:noFill/>
          <a:ln/>
        </p:spPr>
        <p:txBody>
          <a:bodyPr wrap="square" lIns="0" tIns="0" rIns="0" bIns="0" rtlCol="0" anchor="ctr">
            <a:normAutofit/>
          </a:bodyPr>
          <a:lstStyle/>
          <a:p>
            <a:pPr marL="0" indent="0" algn="l">
              <a:lnSpc>
                <a:spcPct val="100000"/>
              </a:lnSpc>
              <a:buNone/>
            </a:pPr>
            <a:r>
              <a:rPr lang="en-US" sz="2800" b="1" dirty="0">
                <a:solidFill>
                  <a:srgbClr val="172F50"/>
                </a:solidFill>
                <a:latin typeface="Arial" pitchFamily="34" charset="0"/>
                <a:ea typeface="Arial" pitchFamily="34" charset="-122"/>
                <a:cs typeface="Arial" pitchFamily="34" charset="-120"/>
              </a:rPr>
              <a:t>Architecture: AI understands, code verifies</a:t>
            </a:r>
            <a:endParaRPr lang="en-US" sz="2800" dirty="0"/>
          </a:p>
        </p:txBody>
      </p:sp>
      <p:sp>
        <p:nvSpPr>
          <p:cNvPr id="3" name="Shape 1"/>
          <p:cNvSpPr/>
          <p:nvPr/>
        </p:nvSpPr>
        <p:spPr>
          <a:xfrm>
            <a:off x="548640" y="1417320"/>
            <a:ext cx="7406640" cy="822960"/>
          </a:xfrm>
          <a:prstGeom prst="rect">
            <a:avLst/>
          </a:prstGeom>
          <a:solidFill>
            <a:srgbClr val="0B1F3A"/>
          </a:solidFill>
          <a:ln w="8890">
            <a:solidFill>
              <a:srgbClr val="0B1F3A"/>
            </a:solidFill>
            <a:prstDash val="solid"/>
          </a:ln>
        </p:spPr>
        <p:txBody>
          <a:bodyPr/>
          <a:lstStyle/>
          <a:p>
            <a:endParaRPr lang="en-US"/>
          </a:p>
        </p:txBody>
      </p:sp>
      <p:sp>
        <p:nvSpPr>
          <p:cNvPr id="4" name="Shape 2"/>
          <p:cNvSpPr/>
          <p:nvPr/>
        </p:nvSpPr>
        <p:spPr>
          <a:xfrm>
            <a:off x="731520" y="1490472"/>
            <a:ext cx="7040880" cy="292608"/>
          </a:xfrm>
          <a:prstGeom prst="rect">
            <a:avLst/>
          </a:prstGeom>
          <a:solidFill>
            <a:srgbClr val="FFFFFF">
              <a:alpha val="0"/>
            </a:srgbClr>
          </a:solidFill>
          <a:ln w="8890">
            <a:solidFill>
              <a:srgbClr val="FFFFFF">
                <a:alpha val="0"/>
              </a:srgbClr>
            </a:solidFill>
            <a:prstDash val="solid"/>
          </a:ln>
        </p:spPr>
        <p:txBody>
          <a:bodyPr/>
          <a:lstStyle/>
          <a:p>
            <a:endParaRPr lang="en-US"/>
          </a:p>
        </p:txBody>
      </p:sp>
      <p:sp>
        <p:nvSpPr>
          <p:cNvPr id="5" name="Text 3"/>
          <p:cNvSpPr/>
          <p:nvPr/>
        </p:nvSpPr>
        <p:spPr>
          <a:xfrm>
            <a:off x="640535" y="1721756"/>
            <a:ext cx="7040880" cy="365760"/>
          </a:xfrm>
          <a:prstGeom prst="rect">
            <a:avLst/>
          </a:prstGeom>
          <a:noFill/>
          <a:ln/>
        </p:spPr>
        <p:txBody>
          <a:bodyPr wrap="square" lIns="0" tIns="0" rIns="0" bIns="0" rtlCol="0" anchor="t">
            <a:normAutofit/>
          </a:bodyPr>
          <a:lstStyle/>
          <a:p>
            <a:pPr marL="0" indent="0" algn="l">
              <a:lnSpc>
                <a:spcPct val="100000"/>
              </a:lnSpc>
              <a:buNone/>
            </a:pPr>
            <a:r>
              <a:rPr lang="en-US" sz="1400" dirty="0">
                <a:solidFill>
                  <a:srgbClr val="FFFFFF"/>
                </a:solidFill>
                <a:latin typeface="Arial" pitchFamily="34" charset="0"/>
                <a:ea typeface="Arial" pitchFamily="34" charset="-122"/>
                <a:cs typeface="Arial" pitchFamily="34" charset="-120"/>
              </a:rPr>
              <a:t>AI Assistant · Deep Dive · Intelligence · Risk &amp; Findings · Data Explorer · Documentation</a:t>
            </a:r>
            <a:endParaRPr lang="en-US" sz="1400" dirty="0"/>
          </a:p>
        </p:txBody>
      </p:sp>
      <p:sp>
        <p:nvSpPr>
          <p:cNvPr id="6" name="Shape 4"/>
          <p:cNvSpPr/>
          <p:nvPr/>
        </p:nvSpPr>
        <p:spPr>
          <a:xfrm>
            <a:off x="4114800" y="2267712"/>
            <a:ext cx="274320" cy="228600"/>
          </a:xfrm>
          <a:prstGeom prst="rect">
            <a:avLst/>
          </a:prstGeom>
          <a:solidFill>
            <a:srgbClr val="5B6B82"/>
          </a:solidFill>
          <a:ln w="8890">
            <a:solidFill>
              <a:srgbClr val="5B6B82"/>
            </a:solidFill>
            <a:prstDash val="solid"/>
          </a:ln>
        </p:spPr>
        <p:txBody>
          <a:bodyPr/>
          <a:lstStyle/>
          <a:p>
            <a:endParaRPr lang="en-US"/>
          </a:p>
        </p:txBody>
      </p:sp>
      <p:sp>
        <p:nvSpPr>
          <p:cNvPr id="7" name="Shape 5"/>
          <p:cNvSpPr/>
          <p:nvPr/>
        </p:nvSpPr>
        <p:spPr>
          <a:xfrm>
            <a:off x="548640" y="2523744"/>
            <a:ext cx="7406640" cy="868680"/>
          </a:xfrm>
          <a:prstGeom prst="rect">
            <a:avLst/>
          </a:prstGeom>
          <a:solidFill>
            <a:srgbClr val="FF5000"/>
          </a:solidFill>
          <a:ln w="8890">
            <a:solidFill>
              <a:srgbClr val="FF5000"/>
            </a:solidFill>
            <a:prstDash val="solid"/>
          </a:ln>
        </p:spPr>
        <p:txBody>
          <a:bodyPr/>
          <a:lstStyle/>
          <a:p>
            <a:endParaRPr lang="en-US"/>
          </a:p>
        </p:txBody>
      </p:sp>
      <p:sp>
        <p:nvSpPr>
          <p:cNvPr id="8" name="Text 6"/>
          <p:cNvSpPr/>
          <p:nvPr/>
        </p:nvSpPr>
        <p:spPr>
          <a:xfrm>
            <a:off x="731520" y="2596896"/>
            <a:ext cx="7040880" cy="292608"/>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FFFFFF"/>
                </a:solidFill>
                <a:latin typeface="Arial" pitchFamily="34" charset="0"/>
                <a:ea typeface="Arial" pitchFamily="34" charset="-122"/>
                <a:cs typeface="Arial" pitchFamily="34" charset="-120"/>
              </a:rPr>
              <a:t>Orchestration  ·  routing and sequencing</a:t>
            </a:r>
            <a:endParaRPr lang="en-US" sz="1400" dirty="0"/>
          </a:p>
        </p:txBody>
      </p:sp>
      <p:sp>
        <p:nvSpPr>
          <p:cNvPr id="9" name="Text 7"/>
          <p:cNvSpPr/>
          <p:nvPr/>
        </p:nvSpPr>
        <p:spPr>
          <a:xfrm>
            <a:off x="731520" y="2907792"/>
            <a:ext cx="7040880" cy="41148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FFFFFF"/>
                </a:solidFill>
                <a:latin typeface="Arial" pitchFamily="34" charset="0"/>
                <a:ea typeface="Arial" pitchFamily="34" charset="-122"/>
                <a:cs typeface="Arial" pitchFamily="34" charset="-120"/>
              </a:rPr>
              <a:t>Supervisor Agent decides the route. Analytics Reasoning Agent runs plan → query → check → run → chart → insight for each sub-question.</a:t>
            </a:r>
            <a:endParaRPr lang="en-US" sz="1200" dirty="0"/>
          </a:p>
        </p:txBody>
      </p:sp>
      <p:sp>
        <p:nvSpPr>
          <p:cNvPr id="10" name="Shape 8"/>
          <p:cNvSpPr/>
          <p:nvPr/>
        </p:nvSpPr>
        <p:spPr>
          <a:xfrm>
            <a:off x="4114800" y="3419856"/>
            <a:ext cx="274320" cy="228600"/>
          </a:xfrm>
          <a:prstGeom prst="rect">
            <a:avLst/>
          </a:prstGeom>
          <a:solidFill>
            <a:srgbClr val="5B6B82"/>
          </a:solidFill>
          <a:ln w="8890">
            <a:solidFill>
              <a:srgbClr val="5B6B82"/>
            </a:solidFill>
            <a:prstDash val="solid"/>
          </a:ln>
        </p:spPr>
        <p:txBody>
          <a:bodyPr/>
          <a:lstStyle/>
          <a:p>
            <a:endParaRPr lang="en-US"/>
          </a:p>
        </p:txBody>
      </p:sp>
      <p:sp>
        <p:nvSpPr>
          <p:cNvPr id="11" name="Shape 9"/>
          <p:cNvSpPr/>
          <p:nvPr/>
        </p:nvSpPr>
        <p:spPr>
          <a:xfrm>
            <a:off x="548640" y="3675888"/>
            <a:ext cx="3611880" cy="1234440"/>
          </a:xfrm>
          <a:prstGeom prst="rect">
            <a:avLst/>
          </a:prstGeom>
          <a:solidFill>
            <a:srgbClr val="FF5000"/>
          </a:solidFill>
          <a:ln w="8890">
            <a:solidFill>
              <a:srgbClr val="FF5000"/>
            </a:solidFill>
            <a:prstDash val="solid"/>
          </a:ln>
        </p:spPr>
        <p:txBody>
          <a:bodyPr/>
          <a:lstStyle/>
          <a:p>
            <a:endParaRPr lang="en-US"/>
          </a:p>
        </p:txBody>
      </p:sp>
      <p:sp>
        <p:nvSpPr>
          <p:cNvPr id="12" name="Text 10"/>
          <p:cNvSpPr/>
          <p:nvPr/>
        </p:nvSpPr>
        <p:spPr>
          <a:xfrm>
            <a:off x="731520" y="3749040"/>
            <a:ext cx="3246120" cy="292608"/>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FFFFFF"/>
                </a:solidFill>
                <a:latin typeface="Arial" pitchFamily="34" charset="0"/>
                <a:ea typeface="Arial" pitchFamily="34" charset="-122"/>
                <a:cs typeface="Arial" pitchFamily="34" charset="-120"/>
              </a:rPr>
              <a:t>AI agents</a:t>
            </a:r>
            <a:endParaRPr lang="en-US" sz="1400" dirty="0"/>
          </a:p>
        </p:txBody>
      </p:sp>
      <p:sp>
        <p:nvSpPr>
          <p:cNvPr id="13" name="Text 11"/>
          <p:cNvSpPr/>
          <p:nvPr/>
        </p:nvSpPr>
        <p:spPr>
          <a:xfrm>
            <a:off x="731520" y="4059936"/>
            <a:ext cx="3246120" cy="77724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FFFFFF"/>
                </a:solidFill>
                <a:latin typeface="Arial" pitchFamily="34" charset="0"/>
                <a:ea typeface="Arial" pitchFamily="34" charset="-122"/>
                <a:cs typeface="Arial" pitchFamily="34" charset="-120"/>
              </a:rPr>
              <a:t>Planner · SQL Agent · Insight wording · Response Agent. All calls go through one validated client with retries and fallbacks.</a:t>
            </a:r>
            <a:endParaRPr lang="en-US" sz="1200" dirty="0"/>
          </a:p>
        </p:txBody>
      </p:sp>
      <p:sp>
        <p:nvSpPr>
          <p:cNvPr id="14" name="Shape 12"/>
          <p:cNvSpPr/>
          <p:nvPr/>
        </p:nvSpPr>
        <p:spPr>
          <a:xfrm>
            <a:off x="4343400" y="3675888"/>
            <a:ext cx="3611880" cy="1234440"/>
          </a:xfrm>
          <a:prstGeom prst="rect">
            <a:avLst/>
          </a:prstGeom>
          <a:solidFill>
            <a:srgbClr val="FF5000"/>
          </a:solidFill>
          <a:ln w="8890">
            <a:solidFill>
              <a:srgbClr val="FF5000"/>
            </a:solidFill>
            <a:prstDash val="solid"/>
          </a:ln>
        </p:spPr>
        <p:txBody>
          <a:bodyPr/>
          <a:lstStyle/>
          <a:p>
            <a:endParaRPr lang="en-US"/>
          </a:p>
        </p:txBody>
      </p:sp>
      <p:sp>
        <p:nvSpPr>
          <p:cNvPr id="15" name="Text 13"/>
          <p:cNvSpPr/>
          <p:nvPr/>
        </p:nvSpPr>
        <p:spPr>
          <a:xfrm>
            <a:off x="4526280" y="3749040"/>
            <a:ext cx="3246120" cy="292608"/>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FFFFFF"/>
                </a:solidFill>
                <a:latin typeface="Arial" pitchFamily="34" charset="0"/>
                <a:ea typeface="Arial" pitchFamily="34" charset="-122"/>
                <a:cs typeface="Arial" pitchFamily="34" charset="-120"/>
              </a:rPr>
              <a:t>Deterministic code</a:t>
            </a:r>
            <a:endParaRPr lang="en-US" sz="1400" dirty="0"/>
          </a:p>
        </p:txBody>
      </p:sp>
      <p:sp>
        <p:nvSpPr>
          <p:cNvPr id="16" name="Text 14"/>
          <p:cNvSpPr/>
          <p:nvPr/>
        </p:nvSpPr>
        <p:spPr>
          <a:xfrm>
            <a:off x="4526280" y="4059936"/>
            <a:ext cx="3246120" cy="77724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FFFFFF"/>
                </a:solidFill>
                <a:latin typeface="Arial" pitchFamily="34" charset="0"/>
                <a:ea typeface="Arial" pitchFamily="34" charset="-122"/>
                <a:cs typeface="Arial" pitchFamily="34" charset="-120"/>
              </a:rPr>
              <a:t>SQL guard · charts · evidence checks · quick actions · anomaly detection · forecast · answer cache</a:t>
            </a:r>
            <a:endParaRPr lang="en-US" sz="1200" dirty="0"/>
          </a:p>
        </p:txBody>
      </p:sp>
      <p:sp>
        <p:nvSpPr>
          <p:cNvPr id="17" name="Shape 15"/>
          <p:cNvSpPr/>
          <p:nvPr/>
        </p:nvSpPr>
        <p:spPr>
          <a:xfrm>
            <a:off x="4114800" y="4937760"/>
            <a:ext cx="274320" cy="228600"/>
          </a:xfrm>
          <a:prstGeom prst="rect">
            <a:avLst/>
          </a:prstGeom>
          <a:solidFill>
            <a:srgbClr val="5B6B82"/>
          </a:solidFill>
          <a:ln w="8890">
            <a:solidFill>
              <a:srgbClr val="5B6B82"/>
            </a:solidFill>
            <a:prstDash val="solid"/>
          </a:ln>
        </p:spPr>
        <p:txBody>
          <a:bodyPr/>
          <a:lstStyle/>
          <a:p>
            <a:endParaRPr lang="en-US"/>
          </a:p>
        </p:txBody>
      </p:sp>
      <p:sp>
        <p:nvSpPr>
          <p:cNvPr id="18" name="Shape 16"/>
          <p:cNvSpPr/>
          <p:nvPr/>
        </p:nvSpPr>
        <p:spPr>
          <a:xfrm>
            <a:off x="548640" y="5193792"/>
            <a:ext cx="7406640" cy="868680"/>
          </a:xfrm>
          <a:prstGeom prst="rect">
            <a:avLst/>
          </a:prstGeom>
          <a:solidFill>
            <a:srgbClr val="FF5000"/>
          </a:solidFill>
          <a:ln w="8890">
            <a:solidFill>
              <a:srgbClr val="FF5000"/>
            </a:solidFill>
            <a:prstDash val="solid"/>
          </a:ln>
        </p:spPr>
        <p:txBody>
          <a:bodyPr/>
          <a:lstStyle/>
          <a:p>
            <a:endParaRPr lang="en-US"/>
          </a:p>
        </p:txBody>
      </p:sp>
      <p:sp>
        <p:nvSpPr>
          <p:cNvPr id="19" name="Text 17"/>
          <p:cNvSpPr/>
          <p:nvPr/>
        </p:nvSpPr>
        <p:spPr>
          <a:xfrm>
            <a:off x="731520" y="5266944"/>
            <a:ext cx="7040880" cy="292608"/>
          </a:xfrm>
          <a:prstGeom prst="rect">
            <a:avLst/>
          </a:prstGeom>
          <a:noFill/>
          <a:ln/>
        </p:spPr>
        <p:txBody>
          <a:bodyPr wrap="square" lIns="0" tIns="0" rIns="0" bIns="0" rtlCol="0" anchor="ctr">
            <a:normAutofit/>
          </a:bodyPr>
          <a:lstStyle/>
          <a:p>
            <a:pPr marL="0" indent="0" algn="l">
              <a:lnSpc>
                <a:spcPct val="100000"/>
              </a:lnSpc>
              <a:buNone/>
            </a:pPr>
            <a:r>
              <a:rPr lang="en-US" sz="1400" b="1" dirty="0">
                <a:solidFill>
                  <a:srgbClr val="FFFFFF"/>
                </a:solidFill>
                <a:latin typeface="Arial" pitchFamily="34" charset="0"/>
                <a:ea typeface="Arial" pitchFamily="34" charset="-122"/>
                <a:cs typeface="Arial" pitchFamily="34" charset="-120"/>
              </a:rPr>
              <a:t>Data  ·  Databricks SQL warehouse</a:t>
            </a:r>
            <a:endParaRPr lang="en-US" sz="1400" dirty="0"/>
          </a:p>
        </p:txBody>
      </p:sp>
      <p:sp>
        <p:nvSpPr>
          <p:cNvPr id="20" name="Text 18"/>
          <p:cNvSpPr/>
          <p:nvPr/>
        </p:nvSpPr>
        <p:spPr>
          <a:xfrm>
            <a:off x="731520" y="5577840"/>
            <a:ext cx="7040880" cy="411480"/>
          </a:xfrm>
          <a:prstGeom prst="rect">
            <a:avLst/>
          </a:prstGeom>
          <a:noFill/>
          <a:ln/>
        </p:spPr>
        <p:txBody>
          <a:bodyPr wrap="square" lIns="0" tIns="0" rIns="0" bIns="0" rtlCol="0" anchor="t">
            <a:normAutofit/>
          </a:bodyPr>
          <a:lstStyle/>
          <a:p>
            <a:pPr marL="0" indent="0" algn="l">
              <a:lnSpc>
                <a:spcPct val="100000"/>
              </a:lnSpc>
              <a:buNone/>
            </a:pPr>
            <a:r>
              <a:rPr lang="en-US" sz="1200" dirty="0">
                <a:solidFill>
                  <a:srgbClr val="FFFFFF"/>
                </a:solidFill>
                <a:latin typeface="Arial" pitchFamily="34" charset="0"/>
                <a:ea typeface="Arial" pitchFamily="34" charset="-122"/>
                <a:cs typeface="Arial" pitchFamily="34" charset="-120"/>
              </a:rPr>
              <a:t>Read-only access to one approved appeals table. Loaded for dashboards; queried live for AI answers.</a:t>
            </a:r>
            <a:endParaRPr lang="en-US" sz="1200" dirty="0"/>
          </a:p>
        </p:txBody>
      </p:sp>
      <p:sp>
        <p:nvSpPr>
          <p:cNvPr id="21" name="Text 19"/>
          <p:cNvSpPr/>
          <p:nvPr/>
        </p:nvSpPr>
        <p:spPr>
          <a:xfrm>
            <a:off x="8321040" y="1371600"/>
            <a:ext cx="3337560" cy="320040"/>
          </a:xfrm>
          <a:prstGeom prst="rect">
            <a:avLst/>
          </a:prstGeom>
          <a:noFill/>
          <a:ln/>
        </p:spPr>
        <p:txBody>
          <a:bodyPr wrap="square" lIns="0" tIns="0" rIns="0" bIns="0" rtlCol="0" anchor="ctr">
            <a:normAutofit/>
          </a:bodyPr>
          <a:lstStyle/>
          <a:p>
            <a:pPr marL="0" indent="0" algn="l">
              <a:lnSpc>
                <a:spcPct val="100000"/>
              </a:lnSpc>
              <a:buNone/>
            </a:pPr>
            <a:r>
              <a:rPr lang="en-US" sz="1800" b="1" dirty="0">
                <a:solidFill>
                  <a:srgbClr val="172F50"/>
                </a:solidFill>
                <a:latin typeface="Arial" pitchFamily="34" charset="0"/>
                <a:ea typeface="Arial" pitchFamily="34" charset="-122"/>
                <a:cs typeface="Arial" pitchFamily="34" charset="-120"/>
              </a:rPr>
              <a:t>Integrations</a:t>
            </a:r>
            <a:endParaRPr lang="en-US" sz="1800" dirty="0"/>
          </a:p>
        </p:txBody>
      </p:sp>
      <p:sp>
        <p:nvSpPr>
          <p:cNvPr id="22" name="Shape 20"/>
          <p:cNvSpPr/>
          <p:nvPr/>
        </p:nvSpPr>
        <p:spPr>
          <a:xfrm>
            <a:off x="8321040" y="1783080"/>
            <a:ext cx="3337560" cy="914400"/>
          </a:xfrm>
          <a:prstGeom prst="rect">
            <a:avLst/>
          </a:prstGeom>
          <a:solidFill>
            <a:srgbClr val="FFFFFF"/>
          </a:solidFill>
          <a:ln w="8890">
            <a:solidFill>
              <a:srgbClr val="D5DDE8"/>
            </a:solidFill>
            <a:prstDash val="solid"/>
          </a:ln>
        </p:spPr>
        <p:txBody>
          <a:bodyPr/>
          <a:lstStyle/>
          <a:p>
            <a:endParaRPr lang="en-US"/>
          </a:p>
        </p:txBody>
      </p:sp>
      <p:sp>
        <p:nvSpPr>
          <p:cNvPr id="23" name="Shape 21"/>
          <p:cNvSpPr/>
          <p:nvPr/>
        </p:nvSpPr>
        <p:spPr>
          <a:xfrm>
            <a:off x="8458200" y="1965960"/>
            <a:ext cx="502920" cy="502920"/>
          </a:xfrm>
          <a:prstGeom prst="ellipse">
            <a:avLst/>
          </a:prstGeom>
          <a:solidFill>
            <a:srgbClr val="FF5000"/>
          </a:solidFill>
          <a:ln w="8890">
            <a:solidFill>
              <a:srgbClr val="FF5000"/>
            </a:solidFill>
            <a:prstDash val="solid"/>
          </a:ln>
        </p:spPr>
        <p:txBody>
          <a:bodyPr/>
          <a:lstStyle/>
          <a:p>
            <a:endParaRPr lang="en-US"/>
          </a:p>
        </p:txBody>
      </p:sp>
      <p:pic>
        <p:nvPicPr>
          <p:cNvPr id="24" name="Image 0" descr="/mnt/data/work/image_4_22.png"/>
          <p:cNvPicPr>
            <a:picLocks noChangeAspect="1"/>
          </p:cNvPicPr>
          <p:nvPr/>
        </p:nvPicPr>
        <p:blipFill>
          <a:blip r:embed="rId3"/>
          <a:stretch>
            <a:fillRect/>
          </a:stretch>
        </p:blipFill>
        <p:spPr>
          <a:xfrm>
            <a:off x="8593988" y="2101748"/>
            <a:ext cx="231343" cy="231343"/>
          </a:xfrm>
          <a:prstGeom prst="rect">
            <a:avLst/>
          </a:prstGeom>
        </p:spPr>
      </p:pic>
      <p:sp>
        <p:nvSpPr>
          <p:cNvPr id="25" name="Text 22"/>
          <p:cNvSpPr/>
          <p:nvPr/>
        </p:nvSpPr>
        <p:spPr>
          <a:xfrm>
            <a:off x="9098280" y="1856232"/>
            <a:ext cx="2468880" cy="274320"/>
          </a:xfrm>
          <a:prstGeom prst="rect">
            <a:avLst/>
          </a:prstGeom>
          <a:noFill/>
          <a:ln/>
        </p:spPr>
        <p:txBody>
          <a:bodyPr wrap="square" lIns="0" tIns="0" rIns="0" bIns="0" rtlCol="0" anchor="ctr">
            <a:normAutofit/>
          </a:bodyPr>
          <a:lstStyle/>
          <a:p>
            <a:pPr marL="0" indent="0" algn="l">
              <a:lnSpc>
                <a:spcPct val="100000"/>
              </a:lnSpc>
              <a:buNone/>
            </a:pPr>
            <a:r>
              <a:rPr lang="en-US" sz="1350" b="1" dirty="0">
                <a:solidFill>
                  <a:srgbClr val="172F50"/>
                </a:solidFill>
                <a:latin typeface="Arial" pitchFamily="34" charset="0"/>
                <a:ea typeface="Arial" pitchFamily="34" charset="-122"/>
                <a:cs typeface="Arial" pitchFamily="34" charset="-120"/>
              </a:rPr>
              <a:t>Databricks</a:t>
            </a:r>
            <a:endParaRPr lang="en-US" sz="1350" dirty="0"/>
          </a:p>
        </p:txBody>
      </p:sp>
      <p:sp>
        <p:nvSpPr>
          <p:cNvPr id="26" name="Text 23"/>
          <p:cNvSpPr/>
          <p:nvPr/>
        </p:nvSpPr>
        <p:spPr>
          <a:xfrm>
            <a:off x="9098280" y="2148840"/>
            <a:ext cx="2468880" cy="502920"/>
          </a:xfrm>
          <a:prstGeom prst="rect">
            <a:avLst/>
          </a:prstGeom>
          <a:noFill/>
          <a:ln/>
        </p:spPr>
        <p:txBody>
          <a:bodyPr wrap="square" lIns="0" tIns="0" rIns="0" bIns="0" rtlCol="0" anchor="t">
            <a:normAutofit/>
          </a:bodyPr>
          <a:lstStyle/>
          <a:p>
            <a:pPr marL="0" indent="0" algn="l">
              <a:lnSpc>
                <a:spcPct val="100000"/>
              </a:lnSpc>
              <a:buNone/>
            </a:pPr>
            <a:r>
              <a:rPr lang="en-US" sz="1150" dirty="0">
                <a:solidFill>
                  <a:srgbClr val="5B6B82"/>
                </a:solidFill>
                <a:latin typeface="Arial" pitchFamily="34" charset="0"/>
                <a:ea typeface="Arial" pitchFamily="34" charset="-122"/>
                <a:cs typeface="Arial" pitchFamily="34" charset="-120"/>
              </a:rPr>
              <a:t>SQL warehouse; a SELECT-only token is recommended.</a:t>
            </a:r>
            <a:endParaRPr lang="en-US" sz="1150" dirty="0"/>
          </a:p>
        </p:txBody>
      </p:sp>
      <p:sp>
        <p:nvSpPr>
          <p:cNvPr id="27" name="Shape 24"/>
          <p:cNvSpPr/>
          <p:nvPr/>
        </p:nvSpPr>
        <p:spPr>
          <a:xfrm>
            <a:off x="8321040" y="2807208"/>
            <a:ext cx="3337560" cy="914400"/>
          </a:xfrm>
          <a:prstGeom prst="rect">
            <a:avLst/>
          </a:prstGeom>
          <a:solidFill>
            <a:srgbClr val="FFFFFF"/>
          </a:solidFill>
          <a:ln w="8890">
            <a:solidFill>
              <a:srgbClr val="D5DDE8"/>
            </a:solidFill>
            <a:prstDash val="solid"/>
          </a:ln>
        </p:spPr>
        <p:txBody>
          <a:bodyPr/>
          <a:lstStyle/>
          <a:p>
            <a:endParaRPr lang="en-US"/>
          </a:p>
        </p:txBody>
      </p:sp>
      <p:sp>
        <p:nvSpPr>
          <p:cNvPr id="28" name="Shape 25"/>
          <p:cNvSpPr/>
          <p:nvPr/>
        </p:nvSpPr>
        <p:spPr>
          <a:xfrm>
            <a:off x="8458200" y="2990088"/>
            <a:ext cx="502920" cy="502920"/>
          </a:xfrm>
          <a:prstGeom prst="ellipse">
            <a:avLst/>
          </a:prstGeom>
          <a:solidFill>
            <a:srgbClr val="FF5000"/>
          </a:solidFill>
          <a:ln w="8890">
            <a:solidFill>
              <a:srgbClr val="FF5000"/>
            </a:solidFill>
            <a:prstDash val="solid"/>
          </a:ln>
        </p:spPr>
        <p:txBody>
          <a:bodyPr/>
          <a:lstStyle/>
          <a:p>
            <a:endParaRPr lang="en-US"/>
          </a:p>
        </p:txBody>
      </p:sp>
      <p:pic>
        <p:nvPicPr>
          <p:cNvPr id="29" name="Image 1" descr="/mnt/data/work/image_4_27.png"/>
          <p:cNvPicPr>
            <a:picLocks noChangeAspect="1"/>
          </p:cNvPicPr>
          <p:nvPr/>
        </p:nvPicPr>
        <p:blipFill>
          <a:blip r:embed="rId4"/>
          <a:stretch>
            <a:fillRect/>
          </a:stretch>
        </p:blipFill>
        <p:spPr>
          <a:xfrm>
            <a:off x="8593988" y="3125876"/>
            <a:ext cx="231343" cy="231343"/>
          </a:xfrm>
          <a:prstGeom prst="rect">
            <a:avLst/>
          </a:prstGeom>
        </p:spPr>
      </p:pic>
      <p:sp>
        <p:nvSpPr>
          <p:cNvPr id="30" name="Text 26"/>
          <p:cNvSpPr/>
          <p:nvPr/>
        </p:nvSpPr>
        <p:spPr>
          <a:xfrm>
            <a:off x="9098280" y="2880360"/>
            <a:ext cx="2468880" cy="274320"/>
          </a:xfrm>
          <a:prstGeom prst="rect">
            <a:avLst/>
          </a:prstGeom>
          <a:noFill/>
          <a:ln/>
        </p:spPr>
        <p:txBody>
          <a:bodyPr wrap="square" lIns="0" tIns="0" rIns="0" bIns="0" rtlCol="0" anchor="ctr">
            <a:normAutofit/>
          </a:bodyPr>
          <a:lstStyle/>
          <a:p>
            <a:pPr marL="0" indent="0" algn="l">
              <a:lnSpc>
                <a:spcPct val="100000"/>
              </a:lnSpc>
              <a:buNone/>
            </a:pPr>
            <a:r>
              <a:rPr lang="en-US" sz="1350" b="1" dirty="0">
                <a:solidFill>
                  <a:srgbClr val="172F50"/>
                </a:solidFill>
                <a:latin typeface="Arial" pitchFamily="34" charset="0"/>
                <a:ea typeface="Arial" pitchFamily="34" charset="-122"/>
                <a:cs typeface="Arial" pitchFamily="34" charset="-120"/>
              </a:rPr>
              <a:t>LLM</a:t>
            </a:r>
            <a:endParaRPr lang="en-US" sz="1350" dirty="0"/>
          </a:p>
        </p:txBody>
      </p:sp>
      <p:sp>
        <p:nvSpPr>
          <p:cNvPr id="31" name="Text 27"/>
          <p:cNvSpPr/>
          <p:nvPr/>
        </p:nvSpPr>
        <p:spPr>
          <a:xfrm>
            <a:off x="9098280" y="3172968"/>
            <a:ext cx="2468880" cy="502920"/>
          </a:xfrm>
          <a:prstGeom prst="rect">
            <a:avLst/>
          </a:prstGeom>
          <a:noFill/>
          <a:ln/>
        </p:spPr>
        <p:txBody>
          <a:bodyPr wrap="square" lIns="0" tIns="0" rIns="0" bIns="0" rtlCol="0" anchor="t">
            <a:normAutofit/>
          </a:bodyPr>
          <a:lstStyle/>
          <a:p>
            <a:pPr marL="0" indent="0" algn="l">
              <a:lnSpc>
                <a:spcPct val="100000"/>
              </a:lnSpc>
              <a:buNone/>
            </a:pPr>
            <a:r>
              <a:rPr lang="en-US" sz="1150" dirty="0">
                <a:solidFill>
                  <a:srgbClr val="5B6B82"/>
                </a:solidFill>
                <a:latin typeface="Arial" pitchFamily="34" charset="0"/>
                <a:ea typeface="Arial" pitchFamily="34" charset="-122"/>
                <a:cs typeface="Arial" pitchFamily="34" charset="-120"/>
              </a:rPr>
              <a:t>Model is configurable; the repository default is openai/gpt-oss-20b.</a:t>
            </a:r>
            <a:endParaRPr lang="en-US" sz="1150" dirty="0"/>
          </a:p>
        </p:txBody>
      </p:sp>
      <p:sp>
        <p:nvSpPr>
          <p:cNvPr id="32" name="Shape 28"/>
          <p:cNvSpPr/>
          <p:nvPr/>
        </p:nvSpPr>
        <p:spPr>
          <a:xfrm>
            <a:off x="8321040" y="3831336"/>
            <a:ext cx="3337560" cy="914400"/>
          </a:xfrm>
          <a:prstGeom prst="rect">
            <a:avLst/>
          </a:prstGeom>
          <a:solidFill>
            <a:srgbClr val="FFFFFF"/>
          </a:solidFill>
          <a:ln w="8890">
            <a:solidFill>
              <a:srgbClr val="D5DDE8"/>
            </a:solidFill>
            <a:prstDash val="solid"/>
          </a:ln>
        </p:spPr>
        <p:txBody>
          <a:bodyPr/>
          <a:lstStyle/>
          <a:p>
            <a:endParaRPr lang="en-US"/>
          </a:p>
        </p:txBody>
      </p:sp>
      <p:sp>
        <p:nvSpPr>
          <p:cNvPr id="33" name="Shape 29"/>
          <p:cNvSpPr/>
          <p:nvPr/>
        </p:nvSpPr>
        <p:spPr>
          <a:xfrm>
            <a:off x="8458200" y="4014216"/>
            <a:ext cx="502920" cy="502920"/>
          </a:xfrm>
          <a:prstGeom prst="ellipse">
            <a:avLst/>
          </a:prstGeom>
          <a:solidFill>
            <a:srgbClr val="FF5000"/>
          </a:solidFill>
          <a:ln w="8890">
            <a:solidFill>
              <a:srgbClr val="FF5000"/>
            </a:solidFill>
            <a:prstDash val="solid"/>
          </a:ln>
        </p:spPr>
        <p:txBody>
          <a:bodyPr/>
          <a:lstStyle/>
          <a:p>
            <a:endParaRPr lang="en-US"/>
          </a:p>
        </p:txBody>
      </p:sp>
      <p:pic>
        <p:nvPicPr>
          <p:cNvPr id="34" name="Image 2" descr="/mnt/data/work/image_4_32.png"/>
          <p:cNvPicPr>
            <a:picLocks noChangeAspect="1"/>
          </p:cNvPicPr>
          <p:nvPr/>
        </p:nvPicPr>
        <p:blipFill>
          <a:blip r:embed="rId5"/>
          <a:stretch>
            <a:fillRect/>
          </a:stretch>
        </p:blipFill>
        <p:spPr>
          <a:xfrm>
            <a:off x="8593988" y="4150004"/>
            <a:ext cx="231343" cy="231343"/>
          </a:xfrm>
          <a:prstGeom prst="rect">
            <a:avLst/>
          </a:prstGeom>
        </p:spPr>
      </p:pic>
      <p:sp>
        <p:nvSpPr>
          <p:cNvPr id="35" name="Text 30"/>
          <p:cNvSpPr/>
          <p:nvPr/>
        </p:nvSpPr>
        <p:spPr>
          <a:xfrm>
            <a:off x="9098280" y="3904488"/>
            <a:ext cx="2468880" cy="274320"/>
          </a:xfrm>
          <a:prstGeom prst="rect">
            <a:avLst/>
          </a:prstGeom>
          <a:noFill/>
          <a:ln/>
        </p:spPr>
        <p:txBody>
          <a:bodyPr wrap="square" lIns="0" tIns="0" rIns="0" bIns="0" rtlCol="0" anchor="ctr">
            <a:normAutofit/>
          </a:bodyPr>
          <a:lstStyle/>
          <a:p>
            <a:pPr marL="0" indent="0" algn="l">
              <a:lnSpc>
                <a:spcPct val="100000"/>
              </a:lnSpc>
              <a:buNone/>
            </a:pPr>
            <a:r>
              <a:rPr lang="en-US" sz="1350" b="1" dirty="0">
                <a:solidFill>
                  <a:srgbClr val="172F50"/>
                </a:solidFill>
                <a:latin typeface="Arial" pitchFamily="34" charset="0"/>
                <a:ea typeface="Arial" pitchFamily="34" charset="-122"/>
                <a:cs typeface="Arial" pitchFamily="34" charset="-120"/>
              </a:rPr>
              <a:t>Outlook</a:t>
            </a:r>
            <a:endParaRPr lang="en-US" sz="1350" dirty="0"/>
          </a:p>
        </p:txBody>
      </p:sp>
      <p:sp>
        <p:nvSpPr>
          <p:cNvPr id="36" name="Text 31"/>
          <p:cNvSpPr/>
          <p:nvPr/>
        </p:nvSpPr>
        <p:spPr>
          <a:xfrm>
            <a:off x="9098280" y="4197096"/>
            <a:ext cx="2468880" cy="502920"/>
          </a:xfrm>
          <a:prstGeom prst="rect">
            <a:avLst/>
          </a:prstGeom>
          <a:noFill/>
          <a:ln/>
        </p:spPr>
        <p:txBody>
          <a:bodyPr wrap="square" lIns="0" tIns="0" rIns="0" bIns="0" rtlCol="0" anchor="t">
            <a:normAutofit/>
          </a:bodyPr>
          <a:lstStyle/>
          <a:p>
            <a:pPr marL="0" indent="0" algn="l">
              <a:lnSpc>
                <a:spcPct val="100000"/>
              </a:lnSpc>
              <a:buNone/>
            </a:pPr>
            <a:r>
              <a:rPr lang="en-US" sz="1150" dirty="0">
                <a:solidFill>
                  <a:srgbClr val="5B6B82"/>
                </a:solidFill>
                <a:latin typeface="Arial" pitchFamily="34" charset="0"/>
                <a:ea typeface="Arial" pitchFamily="34" charset="-122"/>
                <a:cs typeface="Arial" pitchFamily="34" charset="-120"/>
              </a:rPr>
              <a:t>Compose link pre-filled with an action. Nothing is sent by the app.</a:t>
            </a:r>
            <a:endParaRPr lang="en-US" sz="1150" dirty="0"/>
          </a:p>
        </p:txBody>
      </p:sp>
      <p:sp>
        <p:nvSpPr>
          <p:cNvPr id="37" name="Shape 32"/>
          <p:cNvSpPr/>
          <p:nvPr/>
        </p:nvSpPr>
        <p:spPr>
          <a:xfrm>
            <a:off x="8321040" y="4892040"/>
            <a:ext cx="3337560" cy="1170432"/>
          </a:xfrm>
          <a:prstGeom prst="rect">
            <a:avLst/>
          </a:prstGeom>
          <a:solidFill>
            <a:srgbClr val="D7F3EF"/>
          </a:solidFill>
          <a:ln w="8890">
            <a:solidFill>
              <a:srgbClr val="D7F3EF"/>
            </a:solidFill>
            <a:prstDash val="solid"/>
          </a:ln>
        </p:spPr>
        <p:txBody>
          <a:bodyPr/>
          <a:lstStyle/>
          <a:p>
            <a:endParaRPr lang="en-US"/>
          </a:p>
        </p:txBody>
      </p:sp>
      <p:sp>
        <p:nvSpPr>
          <p:cNvPr id="38" name="Text 33"/>
          <p:cNvSpPr/>
          <p:nvPr/>
        </p:nvSpPr>
        <p:spPr>
          <a:xfrm>
            <a:off x="8458200" y="4965192"/>
            <a:ext cx="3063240" cy="1051560"/>
          </a:xfrm>
          <a:prstGeom prst="rect">
            <a:avLst/>
          </a:prstGeom>
          <a:noFill/>
          <a:ln/>
        </p:spPr>
        <p:txBody>
          <a:bodyPr wrap="square" lIns="0" tIns="0" rIns="0" bIns="0" rtlCol="0" anchor="t">
            <a:normAutofit/>
          </a:bodyPr>
          <a:lstStyle/>
          <a:p>
            <a:pPr marL="0" indent="0" algn="l">
              <a:lnSpc>
                <a:spcPct val="100000"/>
              </a:lnSpc>
              <a:buNone/>
            </a:pPr>
            <a:r>
              <a:rPr lang="en-US" sz="1150" b="1" dirty="0">
                <a:solidFill>
                  <a:srgbClr val="172F50"/>
                </a:solidFill>
                <a:latin typeface="Arial" pitchFamily="34" charset="0"/>
                <a:ea typeface="Arial" pitchFamily="34" charset="-122"/>
                <a:cs typeface="Arial" pitchFamily="34" charset="-120"/>
              </a:rPr>
              <a:t>Data sent to the AI</a:t>
            </a:r>
            <a:r>
              <a:rPr lang="en-US" sz="1150" dirty="0">
                <a:solidFill>
                  <a:srgbClr val="000000"/>
                </a:solidFill>
                <a:latin typeface="Arial" pitchFamily="34" charset="0"/>
                <a:ea typeface="Arial" pitchFamily="34" charset="-122"/>
                <a:cs typeface="Arial" pitchFamily="34" charset="-120"/>
              </a:rPr>
              <a:t>
</a:t>
            </a:r>
            <a:r>
              <a:rPr lang="en-US" sz="1150" dirty="0">
                <a:solidFill>
                  <a:srgbClr val="172F50"/>
                </a:solidFill>
                <a:latin typeface="Arial" pitchFamily="34" charset="0"/>
                <a:ea typeface="Arial" pitchFamily="34" charset="-122"/>
                <a:cs typeface="Arial" pitchFamily="34" charset="-120"/>
              </a:rPr>
              <a:t>The question, table schema, metric definitions, a capped list of category values, the last three chat messages and evidence values. Needs a PHI/PII review before real data is used.</a:t>
            </a:r>
            <a:endParaRPr lang="en-US" sz="1150" dirty="0"/>
          </a:p>
        </p:txBody>
      </p:sp>
      <p:sp>
        <p:nvSpPr>
          <p:cNvPr id="39" name="Text 34"/>
          <p:cNvSpPr/>
          <p:nvPr/>
        </p:nvSpPr>
        <p:spPr>
          <a:xfrm>
            <a:off x="548640" y="6473952"/>
            <a:ext cx="4572000" cy="228600"/>
          </a:xfrm>
          <a:prstGeom prst="rect">
            <a:avLst/>
          </a:prstGeom>
          <a:noFill/>
          <a:ln/>
        </p:spPr>
        <p:txBody>
          <a:bodyPr wrap="square" lIns="0" tIns="0" rIns="0" bIns="0" rtlCol="0" anchor="ctr">
            <a:normAutofit/>
          </a:bodyPr>
          <a:lstStyle/>
          <a:p>
            <a:pPr marL="0" indent="0" algn="l">
              <a:lnSpc>
                <a:spcPct val="100000"/>
              </a:lnSpc>
              <a:buNone/>
            </a:pPr>
            <a:r>
              <a:rPr lang="en-US" sz="1000" dirty="0">
                <a:solidFill>
                  <a:srgbClr val="5B6B82"/>
                </a:solidFill>
                <a:latin typeface="Arial" pitchFamily="34" charset="0"/>
                <a:ea typeface="Arial" pitchFamily="34" charset="-122"/>
                <a:cs typeface="Arial" pitchFamily="34" charset="-120"/>
              </a:rPr>
              <a:t>DataTalk.AI </a:t>
            </a:r>
            <a:endParaRPr lang="en-US" sz="1000" dirty="0"/>
          </a:p>
        </p:txBody>
      </p:sp>
      <p:sp>
        <p:nvSpPr>
          <p:cNvPr id="40" name="Text 35"/>
          <p:cNvSpPr/>
          <p:nvPr/>
        </p:nvSpPr>
        <p:spPr>
          <a:xfrm>
            <a:off x="11091672" y="6473952"/>
            <a:ext cx="548640" cy="228600"/>
          </a:xfrm>
          <a:prstGeom prst="rect">
            <a:avLst/>
          </a:prstGeom>
          <a:noFill/>
          <a:ln/>
        </p:spPr>
        <p:txBody>
          <a:bodyPr wrap="square" lIns="0" tIns="0" rIns="0" bIns="0" rtlCol="0" anchor="ctr">
            <a:normAutofit/>
          </a:bodyPr>
          <a:lstStyle/>
          <a:p>
            <a:pPr marL="0" indent="0" algn="r">
              <a:lnSpc>
                <a:spcPct val="100000"/>
              </a:lnSpc>
              <a:buNone/>
            </a:pPr>
            <a:r>
              <a:rPr lang="en-US" sz="1000" dirty="0">
                <a:solidFill>
                  <a:srgbClr val="5B6B82"/>
                </a:solidFill>
                <a:latin typeface="Arial" pitchFamily="34" charset="0"/>
                <a:ea typeface="Arial" pitchFamily="34" charset="-122"/>
                <a:cs typeface="Arial" pitchFamily="34" charset="-120"/>
              </a:rPr>
              <a:t>4</a:t>
            </a:r>
            <a:endParaRPr lang="en-US" sz="1000" dirty="0"/>
          </a:p>
        </p:txBody>
      </p:sp>
      <p:sp>
        <p:nvSpPr>
          <p:cNvPr id="42" name="Text 37"/>
          <p:cNvSpPr/>
          <p:nvPr/>
        </p:nvSpPr>
        <p:spPr>
          <a:xfrm>
            <a:off x="10314432" y="6419088"/>
            <a:ext cx="566928" cy="228600"/>
          </a:xfrm>
          <a:prstGeom prst="rect">
            <a:avLst/>
          </a:prstGeom>
          <a:noFill/>
          <a:ln/>
        </p:spPr>
        <p:txBody>
          <a:bodyPr wrap="square" lIns="0" tIns="0" rIns="0" bIns="0" rtlCol="0" anchor="ctr"/>
          <a:lstStyle/>
          <a:p>
            <a:pPr marL="0" indent="0">
              <a:buNone/>
            </a:pPr>
            <a:r>
              <a:rPr lang="en-US" sz="1600" b="1" dirty="0">
                <a:solidFill>
                  <a:srgbClr val="FF5000"/>
                </a:solidFill>
                <a:latin typeface="Arial" pitchFamily="34" charset="0"/>
                <a:ea typeface="Arial" pitchFamily="34" charset="-122"/>
                <a:cs typeface="Arial" pitchFamily="34" charset="-120"/>
              </a:rPr>
              <a:t>EXL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5DB28-684E-2F93-80F9-6A4319169A5C}"/>
            </a:ext>
          </a:extLst>
        </p:cNvPr>
        <p:cNvGrpSpPr/>
        <p:nvPr/>
      </p:nvGrpSpPr>
      <p:grpSpPr>
        <a:xfrm>
          <a:off x="0" y="0"/>
          <a:ext cx="0" cy="0"/>
          <a:chOff x="0" y="0"/>
          <a:chExt cx="0" cy="0"/>
        </a:xfrm>
      </p:grpSpPr>
      <p:sp>
        <p:nvSpPr>
          <p:cNvPr id="48" name="Text Placeholder 47">
            <a:extLst>
              <a:ext uri="{FF2B5EF4-FFF2-40B4-BE49-F238E27FC236}">
                <a16:creationId xmlns:a16="http://schemas.microsoft.com/office/drawing/2014/main" id="{271F1BDE-EB89-396C-E24E-49424C5E6318}"/>
              </a:ext>
            </a:extLst>
          </p:cNvPr>
          <p:cNvSpPr>
            <a:spLocks noGrp="1"/>
          </p:cNvSpPr>
          <p:nvPr>
            <p:ph type="body" sz="quarter" idx="36"/>
          </p:nvPr>
        </p:nvSpPr>
        <p:spPr/>
        <p:txBody>
          <a:bodyPr/>
          <a:lstStyle/>
          <a:p>
            <a:r>
              <a:rPr lang="en-US" dirty="0" err="1"/>
              <a:t>exlservice.com</a:t>
            </a:r>
            <a:endParaRPr lang="en-US" dirty="0"/>
          </a:p>
        </p:txBody>
      </p:sp>
      <p:sp>
        <p:nvSpPr>
          <p:cNvPr id="49" name="Text Placeholder 48">
            <a:extLst>
              <a:ext uri="{FF2B5EF4-FFF2-40B4-BE49-F238E27FC236}">
                <a16:creationId xmlns:a16="http://schemas.microsoft.com/office/drawing/2014/main" id="{C03576ED-DEA5-AFE4-CBF7-065212CE13AA}"/>
              </a:ext>
            </a:extLst>
          </p:cNvPr>
          <p:cNvSpPr>
            <a:spLocks noGrp="1"/>
          </p:cNvSpPr>
          <p:nvPr>
            <p:ph type="body" sz="quarter" idx="37"/>
          </p:nvPr>
        </p:nvSpPr>
        <p:spPr/>
        <p:txBody>
          <a:bodyPr/>
          <a:lstStyle/>
          <a:p>
            <a:r>
              <a:rPr lang="en-US" dirty="0"/>
              <a:t>Global headquarters</a:t>
            </a:r>
          </a:p>
        </p:txBody>
      </p:sp>
      <p:sp>
        <p:nvSpPr>
          <p:cNvPr id="50" name="Text Placeholder 49">
            <a:extLst>
              <a:ext uri="{FF2B5EF4-FFF2-40B4-BE49-F238E27FC236}">
                <a16:creationId xmlns:a16="http://schemas.microsoft.com/office/drawing/2014/main" id="{57AB22E7-A731-E564-993A-D06EA5A14738}"/>
              </a:ext>
            </a:extLst>
          </p:cNvPr>
          <p:cNvSpPr>
            <a:spLocks noGrp="1"/>
          </p:cNvSpPr>
          <p:nvPr>
            <p:ph type="body" sz="quarter" idx="38"/>
          </p:nvPr>
        </p:nvSpPr>
        <p:spPr/>
        <p:txBody>
          <a:bodyPr/>
          <a:lstStyle/>
          <a:p>
            <a:r>
              <a:rPr lang="en-US" dirty="0"/>
              <a:t>320 Park Ave, 29th floor</a:t>
            </a:r>
            <a:br>
              <a:rPr lang="en-US" dirty="0"/>
            </a:br>
            <a:r>
              <a:rPr lang="en-US" dirty="0"/>
              <a:t>New York, NY 10022</a:t>
            </a:r>
            <a:br>
              <a:rPr lang="en-US" dirty="0"/>
            </a:br>
            <a:r>
              <a:rPr lang="en-US" dirty="0"/>
              <a:t>+1(212) 277-7100</a:t>
            </a:r>
          </a:p>
        </p:txBody>
      </p:sp>
      <p:sp>
        <p:nvSpPr>
          <p:cNvPr id="51" name="Text Placeholder 50">
            <a:extLst>
              <a:ext uri="{FF2B5EF4-FFF2-40B4-BE49-F238E27FC236}">
                <a16:creationId xmlns:a16="http://schemas.microsoft.com/office/drawing/2014/main" id="{E114A805-F917-B017-7D47-52EDC0D1C2B2}"/>
              </a:ext>
            </a:extLst>
          </p:cNvPr>
          <p:cNvSpPr>
            <a:spLocks noGrp="1"/>
          </p:cNvSpPr>
          <p:nvPr>
            <p:ph type="body" sz="quarter" idx="39"/>
          </p:nvPr>
        </p:nvSpPr>
        <p:spPr/>
        <p:txBody>
          <a:bodyPr/>
          <a:lstStyle/>
          <a:p>
            <a:r>
              <a:rPr lang="en-US" dirty="0"/>
              <a:t>United States  |  United Kingdom  |  Australia</a:t>
            </a:r>
            <a:br>
              <a:rPr lang="en-US" dirty="0"/>
            </a:br>
            <a:r>
              <a:rPr lang="en-US" dirty="0"/>
              <a:t>Bulgaria  |  Colombia  |  Czech Republic</a:t>
            </a:r>
            <a:br>
              <a:rPr lang="en-US" dirty="0"/>
            </a:br>
            <a:r>
              <a:rPr lang="en-US" dirty="0"/>
              <a:t>India  |  Ireland  |  Philippines  |  Mexico</a:t>
            </a:r>
            <a:br>
              <a:rPr lang="en-US" dirty="0"/>
            </a:br>
            <a:r>
              <a:rPr lang="en-US" dirty="0"/>
              <a:t>Romania  |  South Africa</a:t>
            </a:r>
          </a:p>
        </p:txBody>
      </p:sp>
      <p:sp>
        <p:nvSpPr>
          <p:cNvPr id="52" name="Text Placeholder 7">
            <a:extLst>
              <a:ext uri="{FF2B5EF4-FFF2-40B4-BE49-F238E27FC236}">
                <a16:creationId xmlns:a16="http://schemas.microsoft.com/office/drawing/2014/main" id="{14D2E91D-44AD-780A-21E7-1834C1F6E6F0}"/>
              </a:ext>
            </a:extLst>
          </p:cNvPr>
          <p:cNvSpPr txBox="1"/>
          <p:nvPr/>
        </p:nvSpPr>
        <p:spPr>
          <a:xfrm>
            <a:off x="457200" y="5760128"/>
            <a:ext cx="5535762" cy="1138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914400">
              <a:lnSpc>
                <a:spcPct val="90000"/>
              </a:lnSpc>
              <a:spcBef>
                <a:spcPts val="1000"/>
              </a:spcBef>
              <a:defRPr sz="800">
                <a:latin typeface="Calibri Light"/>
                <a:ea typeface="Calibri Light"/>
                <a:cs typeface="Calibri Light"/>
                <a:sym typeface="Calibri Light"/>
              </a:defRPr>
            </a:lvl1pPr>
          </a:lstStyle>
          <a:p>
            <a:pPr marL="0" marR="0" lvl="0" indent="0" algn="l" defTabSz="914400" rtl="0" eaLnBrk="1" fontAlgn="auto" latinLnBrk="0" hangingPunct="0">
              <a:lnSpc>
                <a:spcPct val="90000"/>
              </a:lnSpc>
              <a:spcBef>
                <a:spcPts val="1000"/>
              </a:spcBef>
              <a:spcAft>
                <a:spcPts val="0"/>
              </a:spcAft>
              <a:buClrTx/>
              <a:buSzTx/>
              <a:buFontTx/>
              <a:buNone/>
              <a:tabLst/>
              <a:defRPr/>
            </a:pPr>
            <a:r>
              <a:rPr kumimoji="0" sz="800" b="0" i="0" u="none" strike="noStrike" kern="0" cap="none" spc="0" normalizeH="0" baseline="0" noProof="0" dirty="0">
                <a:ln>
                  <a:noFill/>
                </a:ln>
                <a:solidFill>
                  <a:srgbClr val="FFFFFF"/>
                </a:solidFill>
                <a:effectLst/>
                <a:uLnTx/>
                <a:uFillTx/>
                <a:latin typeface="Yantramanav Light" panose="02000000000000000000" pitchFamily="2" charset="0"/>
                <a:ea typeface="Calibri Light"/>
                <a:cs typeface="Yantramanav Light" panose="02000000000000000000" pitchFamily="2" charset="0"/>
                <a:sym typeface="Calibri Light"/>
              </a:rPr>
              <a:t>© 2026 </a:t>
            </a:r>
            <a:r>
              <a:rPr kumimoji="0" sz="800" b="0" i="0" u="none" strike="noStrike" kern="0" cap="none" spc="0" normalizeH="0" baseline="0" noProof="0" dirty="0" err="1">
                <a:ln>
                  <a:noFill/>
                </a:ln>
                <a:solidFill>
                  <a:srgbClr val="FFFFFF"/>
                </a:solidFill>
                <a:effectLst/>
                <a:uLnTx/>
                <a:uFillTx/>
                <a:latin typeface="Yantramanav Light" panose="02000000000000000000" pitchFamily="2" charset="0"/>
                <a:ea typeface="Calibri Light"/>
                <a:cs typeface="Yantramanav Light" panose="02000000000000000000" pitchFamily="2" charset="0"/>
                <a:sym typeface="Calibri Light"/>
              </a:rPr>
              <a:t>ExlService</a:t>
            </a:r>
            <a:r>
              <a:rPr kumimoji="0" sz="800" b="0" i="0" u="none" strike="noStrike" kern="0" cap="none" spc="0" normalizeH="0" baseline="0" noProof="0" dirty="0">
                <a:ln>
                  <a:noFill/>
                </a:ln>
                <a:solidFill>
                  <a:srgbClr val="FFFFFF"/>
                </a:solidFill>
                <a:effectLst/>
                <a:uLnTx/>
                <a:uFillTx/>
                <a:latin typeface="Yantramanav Light" panose="02000000000000000000" pitchFamily="2" charset="0"/>
                <a:ea typeface="Calibri Light"/>
                <a:cs typeface="Yantramanav Light" panose="02000000000000000000" pitchFamily="2" charset="0"/>
                <a:sym typeface="Calibri Light"/>
              </a:rPr>
              <a:t> Holdings, Inc.  All rights reserved. For more information go to </a:t>
            </a:r>
            <a:r>
              <a:rPr kumimoji="0" sz="800" b="0" i="0" u="none" strike="noStrike" kern="0" cap="none" spc="0" normalizeH="0" baseline="0" noProof="0" dirty="0" err="1">
                <a:ln>
                  <a:noFill/>
                </a:ln>
                <a:solidFill>
                  <a:srgbClr val="FFFFFF"/>
                </a:solidFill>
                <a:effectLst/>
                <a:uLnTx/>
                <a:uFillTx/>
                <a:latin typeface="Yantramanav Light" panose="02000000000000000000" pitchFamily="2" charset="0"/>
                <a:ea typeface="Calibri Light"/>
                <a:cs typeface="Yantramanav Light" panose="02000000000000000000" pitchFamily="2" charset="0"/>
                <a:sym typeface="Calibri Light"/>
              </a:rPr>
              <a:t>www.exlservice.com</a:t>
            </a:r>
            <a:r>
              <a:rPr kumimoji="0" sz="800" b="0" i="0" u="none" strike="noStrike" kern="0" cap="none" spc="0" normalizeH="0" baseline="0" noProof="0" dirty="0">
                <a:ln>
                  <a:noFill/>
                </a:ln>
                <a:solidFill>
                  <a:srgbClr val="FFFFFF"/>
                </a:solidFill>
                <a:effectLst/>
                <a:uLnTx/>
                <a:uFillTx/>
                <a:latin typeface="Yantramanav Light" panose="02000000000000000000" pitchFamily="2" charset="0"/>
                <a:ea typeface="Calibri Light"/>
                <a:cs typeface="Yantramanav Light" panose="02000000000000000000" pitchFamily="2" charset="0"/>
                <a:sym typeface="Calibri Light"/>
              </a:rPr>
              <a:t>/legal-disclaimer</a:t>
            </a:r>
          </a:p>
        </p:txBody>
      </p:sp>
    </p:spTree>
    <p:extLst>
      <p:ext uri="{BB962C8B-B14F-4D97-AF65-F5344CB8AC3E}">
        <p14:creationId xmlns:p14="http://schemas.microsoft.com/office/powerpoint/2010/main" val="1037256259"/>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XL_NewBrand 2026">
  <a:themeElements>
    <a:clrScheme name="Custom 11">
      <a:dk1>
        <a:srgbClr val="000000"/>
      </a:dk1>
      <a:lt1>
        <a:srgbClr val="FFFFFF"/>
      </a:lt1>
      <a:dk2>
        <a:srgbClr val="A7A7A7"/>
      </a:dk2>
      <a:lt2>
        <a:srgbClr val="535353"/>
      </a:lt2>
      <a:accent1>
        <a:srgbClr val="001632"/>
      </a:accent1>
      <a:accent2>
        <a:srgbClr val="172F50"/>
      </a:accent2>
      <a:accent3>
        <a:srgbClr val="384D69"/>
      </a:accent3>
      <a:accent4>
        <a:srgbClr val="A6A7B2"/>
      </a:accent4>
      <a:accent5>
        <a:srgbClr val="FB4E0B"/>
      </a:accent5>
      <a:accent6>
        <a:srgbClr val="FEF7F3"/>
      </a:accent6>
      <a:hlink>
        <a:srgbClr val="0000FF"/>
      </a:hlink>
      <a:folHlink>
        <a:srgbClr val="FF00FF"/>
      </a:folHlink>
    </a:clrScheme>
    <a:fontScheme name="Custom 1">
      <a:majorFont>
        <a:latin typeface="Yantramanav"/>
        <a:ea typeface="Calibri"/>
        <a:cs typeface="Calibri"/>
      </a:majorFont>
      <a:minorFont>
        <a:latin typeface="Yantramanav Light"/>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12700" cap="flat">
          <a:noFill/>
          <a:prstDash val="solid"/>
          <a:miter lim="800000"/>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400" b="0" i="0" u="none" strike="noStrike" cap="none" spc="0" normalizeH="0" baseline="0" dirty="0">
            <a:ln>
              <a:noFill/>
            </a:ln>
            <a:solidFill>
              <a:srgbClr val="000000"/>
            </a:solidFill>
            <a:effectLst/>
            <a:uFillTx/>
            <a:latin typeface="+mj-lt"/>
            <a:ea typeface="+mj-ea"/>
            <a:cs typeface="+mj-cs"/>
            <a:sym typeface="Calibri"/>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EXL_Powerpoint_Template_090426-2.pptx" id="{01079C0A-02CF-4BE3-9213-9E7914F7B932}" vid="{B7A372D1-0266-40C9-B90E-04C99C0B4F2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1474</Words>
  <Application>Microsoft Office PowerPoint</Application>
  <PresentationFormat>Widescreen</PresentationFormat>
  <Paragraphs>84</Paragraphs>
  <Slides>6</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Arial</vt:lpstr>
      <vt:lpstr>Calibri Light</vt:lpstr>
      <vt:lpstr>Yantramanav</vt:lpstr>
      <vt:lpstr>Yantramanav Light</vt:lpstr>
      <vt:lpstr>Office Theme</vt:lpstr>
      <vt:lpstr>EXL_NewBrand 2026</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DataTalk.AI - POC pitch</dc:title>
  <dc:subject>POC pitch, reference-matched formatting</dc:subject>
  <dc:creator>Gulam Mustafa</dc:creator>
  <cp:lastModifiedBy>Gulam Mustafa</cp:lastModifiedBy>
  <cp:revision>18</cp:revision>
  <dcterms:created xsi:type="dcterms:W3CDTF">2026-10-22T14:07:48Z</dcterms:created>
  <dcterms:modified xsi:type="dcterms:W3CDTF">2026-10-23T10:25:40Z</dcterms:modified>
</cp:coreProperties>
</file>